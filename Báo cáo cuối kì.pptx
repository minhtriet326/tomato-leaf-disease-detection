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72" r:id="rId2"/>
    <p:sldId id="273" r:id="rId3"/>
    <p:sldId id="259" r:id="rId4"/>
    <p:sldId id="283" r:id="rId5"/>
    <p:sldId id="278" r:id="rId6"/>
    <p:sldId id="289" r:id="rId7"/>
    <p:sldId id="263" r:id="rId8"/>
    <p:sldId id="262" r:id="rId9"/>
    <p:sldId id="291" r:id="rId10"/>
    <p:sldId id="292" r:id="rId11"/>
    <p:sldId id="261" r:id="rId12"/>
    <p:sldId id="284" r:id="rId13"/>
    <p:sldId id="268" r:id="rId14"/>
    <p:sldId id="299" r:id="rId15"/>
    <p:sldId id="300" r:id="rId16"/>
    <p:sldId id="301" r:id="rId17"/>
    <p:sldId id="302" r:id="rId18"/>
    <p:sldId id="307" r:id="rId19"/>
    <p:sldId id="308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6729F-4655-4A3C-8D45-942814240B19}" v="167" dt="2023-06-01T14:55:47.546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83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ách Minh Triết" userId="c253b69d-aac8-4025-9b8c-c3a39b3e1079" providerId="ADAL" clId="{1346729F-4655-4A3C-8D45-942814240B19}"/>
    <pc:docChg chg="undo redo custSel addSld delSld modSld sldOrd">
      <pc:chgData name="Quách Minh Triết" userId="c253b69d-aac8-4025-9b8c-c3a39b3e1079" providerId="ADAL" clId="{1346729F-4655-4A3C-8D45-942814240B19}" dt="2023-06-16T01:52:35.077" v="9829" actId="47"/>
      <pc:docMkLst>
        <pc:docMk/>
      </pc:docMkLst>
      <pc:sldChg chg="modSp mod">
        <pc:chgData name="Quách Minh Triết" userId="c253b69d-aac8-4025-9b8c-c3a39b3e1079" providerId="ADAL" clId="{1346729F-4655-4A3C-8D45-942814240B19}" dt="2023-05-25T14:15:48.963" v="7617" actId="123"/>
        <pc:sldMkLst>
          <pc:docMk/>
          <pc:sldMk cId="3435077016" sldId="259"/>
        </pc:sldMkLst>
        <pc:spChg chg="mod">
          <ac:chgData name="Quách Minh Triết" userId="c253b69d-aac8-4025-9b8c-c3a39b3e1079" providerId="ADAL" clId="{1346729F-4655-4A3C-8D45-942814240B19}" dt="2023-05-24T16:28:09.613" v="6891"/>
          <ac:spMkLst>
            <pc:docMk/>
            <pc:sldMk cId="3435077016" sldId="259"/>
            <ac:spMk id="26" creationId="{70BA96D9-2E56-3DBD-6315-048A1B2800FB}"/>
          </ac:spMkLst>
        </pc:spChg>
        <pc:spChg chg="mod">
          <ac:chgData name="Quách Minh Triết" userId="c253b69d-aac8-4025-9b8c-c3a39b3e1079" providerId="ADAL" clId="{1346729F-4655-4A3C-8D45-942814240B19}" dt="2023-05-25T14:15:48.963" v="7617" actId="123"/>
          <ac:spMkLst>
            <pc:docMk/>
            <pc:sldMk cId="3435077016" sldId="259"/>
            <ac:spMk id="27" creationId="{64C89AC3-3D7A-65BB-C3F4-2B1CB19E78D1}"/>
          </ac:spMkLst>
        </pc:spChg>
      </pc:sldChg>
      <pc:sldChg chg="modSp mod ord">
        <pc:chgData name="Quách Minh Triết" userId="c253b69d-aac8-4025-9b8c-c3a39b3e1079" providerId="ADAL" clId="{1346729F-4655-4A3C-8D45-942814240B19}" dt="2023-06-01T14:52:15.797" v="9420"/>
        <pc:sldMkLst>
          <pc:docMk/>
          <pc:sldMk cId="1699088621" sldId="261"/>
        </pc:sldMkLst>
        <pc:spChg chg="mod">
          <ac:chgData name="Quách Minh Triết" userId="c253b69d-aac8-4025-9b8c-c3a39b3e1079" providerId="ADAL" clId="{1346729F-4655-4A3C-8D45-942814240B19}" dt="2023-06-01T13:54:33.079" v="9263" actId="14100"/>
          <ac:spMkLst>
            <pc:docMk/>
            <pc:sldMk cId="1699088621" sldId="261"/>
            <ac:spMk id="13" creationId="{8DF50941-83AA-A810-3D21-F00200CD232E}"/>
          </ac:spMkLst>
        </pc:spChg>
        <pc:spChg chg="mod">
          <ac:chgData name="Quách Minh Triết" userId="c253b69d-aac8-4025-9b8c-c3a39b3e1079" providerId="ADAL" clId="{1346729F-4655-4A3C-8D45-942814240B19}" dt="2023-05-25T14:40:45.254" v="7952" actId="123"/>
          <ac:spMkLst>
            <pc:docMk/>
            <pc:sldMk cId="1699088621" sldId="261"/>
            <ac:spMk id="14" creationId="{E74C43BD-5264-FE2E-177F-D8E56EAE2361}"/>
          </ac:spMkLst>
        </pc:spChg>
      </pc:sldChg>
      <pc:sldChg chg="addSp modSp mod">
        <pc:chgData name="Quách Minh Triết" userId="c253b69d-aac8-4025-9b8c-c3a39b3e1079" providerId="ADAL" clId="{1346729F-4655-4A3C-8D45-942814240B19}" dt="2023-06-08T15:18:48.955" v="9613" actId="20577"/>
        <pc:sldMkLst>
          <pc:docMk/>
          <pc:sldMk cId="2752853293" sldId="262"/>
        </pc:sldMkLst>
        <pc:spChg chg="add mod">
          <ac:chgData name="Quách Minh Triết" userId="c253b69d-aac8-4025-9b8c-c3a39b3e1079" providerId="ADAL" clId="{1346729F-4655-4A3C-8D45-942814240B19}" dt="2023-06-08T15:18:48.955" v="9613" actId="20577"/>
          <ac:spMkLst>
            <pc:docMk/>
            <pc:sldMk cId="2752853293" sldId="262"/>
            <ac:spMk id="3" creationId="{21D65140-266E-FF5A-A1F5-36B03E3F4274}"/>
          </ac:spMkLst>
        </pc:spChg>
        <pc:spChg chg="mod">
          <ac:chgData name="Quách Minh Triết" userId="c253b69d-aac8-4025-9b8c-c3a39b3e1079" providerId="ADAL" clId="{1346729F-4655-4A3C-8D45-942814240B19}" dt="2023-06-08T14:51:55.348" v="9587" actId="20577"/>
          <ac:spMkLst>
            <pc:docMk/>
            <pc:sldMk cId="2752853293" sldId="262"/>
            <ac:spMk id="12" creationId="{22C1CF7A-D247-95C8-B526-1EBDC30DEEF1}"/>
          </ac:spMkLst>
        </pc:spChg>
        <pc:spChg chg="mod">
          <ac:chgData name="Quách Minh Triết" userId="c253b69d-aac8-4025-9b8c-c3a39b3e1079" providerId="ADAL" clId="{1346729F-4655-4A3C-8D45-942814240B19}" dt="2023-06-08T14:52:03.166" v="9599" actId="20577"/>
          <ac:spMkLst>
            <pc:docMk/>
            <pc:sldMk cId="2752853293" sldId="262"/>
            <ac:spMk id="13" creationId="{BC2A78B7-0704-3FCA-A737-47230F63A7A8}"/>
          </ac:spMkLst>
        </pc:spChg>
      </pc:sldChg>
      <pc:sldChg chg="addSp delSp modSp mod ord">
        <pc:chgData name="Quách Minh Triết" userId="c253b69d-aac8-4025-9b8c-c3a39b3e1079" providerId="ADAL" clId="{1346729F-4655-4A3C-8D45-942814240B19}" dt="2023-05-31T13:24:24.956" v="9111" actId="14100"/>
        <pc:sldMkLst>
          <pc:docMk/>
          <pc:sldMk cId="1096717490" sldId="263"/>
        </pc:sldMkLst>
        <pc:spChg chg="add mod">
          <ac:chgData name="Quách Minh Triết" userId="c253b69d-aac8-4025-9b8c-c3a39b3e1079" providerId="ADAL" clId="{1346729F-4655-4A3C-8D45-942814240B19}" dt="2023-05-19T16:08:09.296" v="1183"/>
          <ac:spMkLst>
            <pc:docMk/>
            <pc:sldMk cId="1096717490" sldId="263"/>
            <ac:spMk id="5" creationId="{298F03B0-110D-C2DB-5E69-FE89D8C87649}"/>
          </ac:spMkLst>
        </pc:spChg>
        <pc:spChg chg="add mod">
          <ac:chgData name="Quách Minh Triết" userId="c253b69d-aac8-4025-9b8c-c3a39b3e1079" providerId="ADAL" clId="{1346729F-4655-4A3C-8D45-942814240B19}" dt="2023-05-31T13:22:57.401" v="9099" actId="14100"/>
          <ac:spMkLst>
            <pc:docMk/>
            <pc:sldMk cId="1096717490" sldId="263"/>
            <ac:spMk id="6" creationId="{D24B018F-CC23-5E6B-FB47-DE2AD877B4E9}"/>
          </ac:spMkLst>
        </pc:spChg>
        <pc:spChg chg="add mod">
          <ac:chgData name="Quách Minh Triết" userId="c253b69d-aac8-4025-9b8c-c3a39b3e1079" providerId="ADAL" clId="{1346729F-4655-4A3C-8D45-942814240B19}" dt="2023-05-31T13:24:24.956" v="9111" actId="14100"/>
          <ac:spMkLst>
            <pc:docMk/>
            <pc:sldMk cId="1096717490" sldId="263"/>
            <ac:spMk id="7" creationId="{67C962EF-87D7-2A4F-FD3D-EE76EBDCDDE8}"/>
          </ac:spMkLst>
        </pc:spChg>
        <pc:spChg chg="add del mod">
          <ac:chgData name="Quách Minh Triết" userId="c253b69d-aac8-4025-9b8c-c3a39b3e1079" providerId="ADAL" clId="{1346729F-4655-4A3C-8D45-942814240B19}" dt="2023-05-19T16:11:21.331" v="1207" actId="478"/>
          <ac:spMkLst>
            <pc:docMk/>
            <pc:sldMk cId="1096717490" sldId="263"/>
            <ac:spMk id="8" creationId="{15176291-518D-9A30-2586-D3189C99FB14}"/>
          </ac:spMkLst>
        </pc:spChg>
        <pc:spChg chg="mod">
          <ac:chgData name="Quách Minh Triết" userId="c253b69d-aac8-4025-9b8c-c3a39b3e1079" providerId="ADAL" clId="{1346729F-4655-4A3C-8D45-942814240B19}" dt="2023-05-20T17:09:08.754" v="1539" actId="14100"/>
          <ac:spMkLst>
            <pc:docMk/>
            <pc:sldMk cId="1096717490" sldId="263"/>
            <ac:spMk id="14" creationId="{F5768EFB-B317-47EA-C969-D365EB136882}"/>
          </ac:spMkLst>
        </pc:spChg>
        <pc:spChg chg="del mod">
          <ac:chgData name="Quách Minh Triết" userId="c253b69d-aac8-4025-9b8c-c3a39b3e1079" providerId="ADAL" clId="{1346729F-4655-4A3C-8D45-942814240B19}" dt="2023-05-19T16:11:17.594" v="1206" actId="478"/>
          <ac:spMkLst>
            <pc:docMk/>
            <pc:sldMk cId="1096717490" sldId="263"/>
            <ac:spMk id="16" creationId="{BB801EE7-C3C0-5B30-EB9B-2C995032EE99}"/>
          </ac:spMkLst>
        </pc:spChg>
        <pc:picChg chg="add mod">
          <ac:chgData name="Quách Minh Triết" userId="c253b69d-aac8-4025-9b8c-c3a39b3e1079" providerId="ADAL" clId="{1346729F-4655-4A3C-8D45-942814240B19}" dt="2023-05-31T13:23:29.990" v="9103" actId="1076"/>
          <ac:picMkLst>
            <pc:docMk/>
            <pc:sldMk cId="1096717490" sldId="263"/>
            <ac:picMk id="2" creationId="{AF4DE560-0BA2-3431-777B-3948FB9EEB77}"/>
          </ac:picMkLst>
        </pc:picChg>
        <pc:picChg chg="add mod">
          <ac:chgData name="Quách Minh Triết" userId="c253b69d-aac8-4025-9b8c-c3a39b3e1079" providerId="ADAL" clId="{1346729F-4655-4A3C-8D45-942814240B19}" dt="2023-05-31T13:23:44.045" v="9105" actId="1076"/>
          <ac:picMkLst>
            <pc:docMk/>
            <pc:sldMk cId="1096717490" sldId="263"/>
            <ac:picMk id="3" creationId="{84CC6A32-418C-3678-3E8B-3555581CBAA9}"/>
          </ac:picMkLst>
        </pc:picChg>
      </pc:sldChg>
      <pc:sldChg chg="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002104821" sldId="264"/>
        </pc:sldMkLst>
      </pc:sldChg>
      <pc:sldChg chg="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234133501" sldId="266"/>
        </pc:sldMkLst>
      </pc:sldChg>
      <pc:sldChg chg="addSp delSp modSp del mod ord">
        <pc:chgData name="Quách Minh Triết" userId="c253b69d-aac8-4025-9b8c-c3a39b3e1079" providerId="ADAL" clId="{1346729F-4655-4A3C-8D45-942814240B19}" dt="2023-05-24T16:23:58.306" v="6780" actId="47"/>
        <pc:sldMkLst>
          <pc:docMk/>
          <pc:sldMk cId="327257719" sldId="267"/>
        </pc:sldMkLst>
        <pc:spChg chg="del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2" creationId="{BFD7679D-DC49-184B-33D7-D460C700C85D}"/>
          </ac:spMkLst>
        </pc:spChg>
        <pc:spChg chg="add del mod">
          <ac:chgData name="Quách Minh Triết" userId="c253b69d-aac8-4025-9b8c-c3a39b3e1079" providerId="ADAL" clId="{1346729F-4655-4A3C-8D45-942814240B19}" dt="2023-05-24T15:47:31.640" v="6510" actId="478"/>
          <ac:spMkLst>
            <pc:docMk/>
            <pc:sldMk cId="327257719" sldId="267"/>
            <ac:spMk id="4" creationId="{F0C02A46-E5D4-F1EB-639F-5A42641BFD64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6" creationId="{712CCF0B-ACEA-0F77-0726-95D18964300F}"/>
          </ac:spMkLst>
        </pc:spChg>
        <pc:spChg chg="add del mod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8" creationId="{955CC3A7-DD9A-E887-A929-DE6D4C1E47B9}"/>
          </ac:spMkLst>
        </pc:spChg>
        <pc:spChg chg="del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9" creationId="{EE754D37-3AA6-7249-76D8-52F85F4C158A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10" creationId="{BE0472B0-C608-1E3A-FCFE-6FEA4B4A0AD7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12" creationId="{25FC1E3A-8753-4A1B-FE12-11F1DDF435B8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14" creationId="{FCDB237F-D922-D9CC-9EFB-E60B4E56D59D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16" creationId="{C6143785-4A97-4F1A-BE01-CAF7073E7999}"/>
          </ac:spMkLst>
        </pc:spChg>
        <pc:spChg chg="del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17" creationId="{21A076CC-9414-293E-8AB1-B8C2EA1C5FEE}"/>
          </ac:spMkLst>
        </pc:spChg>
        <pc:spChg chg="del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18" creationId="{871694C6-64CB-2042-D079-8D98D610EDB0}"/>
          </ac:spMkLst>
        </pc:spChg>
        <pc:spChg chg="add del mod">
          <ac:chgData name="Quách Minh Triết" userId="c253b69d-aac8-4025-9b8c-c3a39b3e1079" providerId="ADAL" clId="{1346729F-4655-4A3C-8D45-942814240B19}" dt="2023-05-24T15:49:22.650" v="6520" actId="478"/>
          <ac:spMkLst>
            <pc:docMk/>
            <pc:sldMk cId="327257719" sldId="267"/>
            <ac:spMk id="20" creationId="{B51E91B3-1FD6-69A0-F0B6-9B9BF9DED9E8}"/>
          </ac:spMkLst>
        </pc:spChg>
        <pc:spChg chg="add mod">
          <ac:chgData name="Quách Minh Triết" userId="c253b69d-aac8-4025-9b8c-c3a39b3e1079" providerId="ADAL" clId="{1346729F-4655-4A3C-8D45-942814240B19}" dt="2023-05-24T15:50:54.839" v="6578"/>
          <ac:spMkLst>
            <pc:docMk/>
            <pc:sldMk cId="327257719" sldId="267"/>
            <ac:spMk id="21" creationId="{6AC93FB1-4F63-6EEF-7A31-D1BAEB5A01FF}"/>
          </ac:spMkLst>
        </pc:spChg>
        <pc:spChg chg="del mod">
          <ac:chgData name="Quách Minh Triết" userId="c253b69d-aac8-4025-9b8c-c3a39b3e1079" providerId="ADAL" clId="{1346729F-4655-4A3C-8D45-942814240B19}" dt="2023-05-24T15:49:19.587" v="6519" actId="478"/>
          <ac:spMkLst>
            <pc:docMk/>
            <pc:sldMk cId="327257719" sldId="267"/>
            <ac:spMk id="26" creationId="{FFCA4FA2-1095-105E-5606-3D90E73136C3}"/>
          </ac:spMkLst>
        </pc:spChg>
        <pc:spChg chg="add mod">
          <ac:chgData name="Quách Minh Triết" userId="c253b69d-aac8-4025-9b8c-c3a39b3e1079" providerId="ADAL" clId="{1346729F-4655-4A3C-8D45-942814240B19}" dt="2023-05-24T15:56:53.922" v="6596" actId="1076"/>
          <ac:spMkLst>
            <pc:docMk/>
            <pc:sldMk cId="327257719" sldId="267"/>
            <ac:spMk id="27" creationId="{9326922C-1613-BBEB-73A6-E924C3CF779B}"/>
          </ac:spMkLst>
        </pc:spChg>
        <pc:picChg chg="add mod">
          <ac:chgData name="Quách Minh Triết" userId="c253b69d-aac8-4025-9b8c-c3a39b3e1079" providerId="ADAL" clId="{1346729F-4655-4A3C-8D45-942814240B19}" dt="2023-05-24T15:56:57.540" v="6597" actId="1076"/>
          <ac:picMkLst>
            <pc:docMk/>
            <pc:sldMk cId="327257719" sldId="267"/>
            <ac:picMk id="23" creationId="{0C4A7057-5F57-E60B-C287-1292C577E022}"/>
          </ac:picMkLst>
        </pc:picChg>
        <pc:picChg chg="add mod">
          <ac:chgData name="Quách Minh Triết" userId="c253b69d-aac8-4025-9b8c-c3a39b3e1079" providerId="ADAL" clId="{1346729F-4655-4A3C-8D45-942814240B19}" dt="2023-05-24T15:56:29.401" v="6594" actId="962"/>
          <ac:picMkLst>
            <pc:docMk/>
            <pc:sldMk cId="327257719" sldId="267"/>
            <ac:picMk id="25" creationId="{E01B91D5-BA6F-A8B4-B368-EB8F61903A91}"/>
          </ac:picMkLst>
        </pc:picChg>
      </pc:sldChg>
      <pc:sldChg chg="addSp delSp modSp mod ord">
        <pc:chgData name="Quách Minh Triết" userId="c253b69d-aac8-4025-9b8c-c3a39b3e1079" providerId="ADAL" clId="{1346729F-4655-4A3C-8D45-942814240B19}" dt="2023-05-25T14:43:09.950" v="7982" actId="20577"/>
        <pc:sldMkLst>
          <pc:docMk/>
          <pc:sldMk cId="2759600390" sldId="268"/>
        </pc:sldMkLst>
        <pc:spChg chg="mod">
          <ac:chgData name="Quách Minh Triết" userId="c253b69d-aac8-4025-9b8c-c3a39b3e1079" providerId="ADAL" clId="{1346729F-4655-4A3C-8D45-942814240B19}" dt="2023-05-24T08:22:40.352" v="4930" actId="1076"/>
          <ac:spMkLst>
            <pc:docMk/>
            <pc:sldMk cId="2759600390" sldId="268"/>
            <ac:spMk id="2" creationId="{6C47DC31-1488-8091-935A-1B03A14A5CD8}"/>
          </ac:spMkLst>
        </pc:spChg>
        <pc:spChg chg="mod">
          <ac:chgData name="Quách Minh Triết" userId="c253b69d-aac8-4025-9b8c-c3a39b3e1079" providerId="ADAL" clId="{1346729F-4655-4A3C-8D45-942814240B19}" dt="2023-05-24T08:29:11.086" v="5232" actId="14100"/>
          <ac:spMkLst>
            <pc:docMk/>
            <pc:sldMk cId="2759600390" sldId="268"/>
            <ac:spMk id="3" creationId="{62F50689-D84C-7977-0A2B-2F0FFFB2014E}"/>
          </ac:spMkLst>
        </pc:spChg>
        <pc:spChg chg="mod">
          <ac:chgData name="Quách Minh Triết" userId="c253b69d-aac8-4025-9b8c-c3a39b3e1079" providerId="ADAL" clId="{1346729F-4655-4A3C-8D45-942814240B19}" dt="2023-05-24T09:46:50.077" v="5638" actId="20577"/>
          <ac:spMkLst>
            <pc:docMk/>
            <pc:sldMk cId="2759600390" sldId="268"/>
            <ac:spMk id="4" creationId="{45A9ECAA-48CB-8CE7-4844-AA2C77D9E359}"/>
          </ac:spMkLst>
        </pc:spChg>
        <pc:spChg chg="del mod">
          <ac:chgData name="Quách Minh Triết" userId="c253b69d-aac8-4025-9b8c-c3a39b3e1079" providerId="ADAL" clId="{1346729F-4655-4A3C-8D45-942814240B19}" dt="2023-05-24T08:56:24.920" v="5519" actId="478"/>
          <ac:spMkLst>
            <pc:docMk/>
            <pc:sldMk cId="2759600390" sldId="268"/>
            <ac:spMk id="5" creationId="{E7B10A79-E2EE-5230-2C2A-E6884B5125B1}"/>
          </ac:spMkLst>
        </pc:spChg>
        <pc:spChg chg="mod">
          <ac:chgData name="Quách Minh Triết" userId="c253b69d-aac8-4025-9b8c-c3a39b3e1079" providerId="ADAL" clId="{1346729F-4655-4A3C-8D45-942814240B19}" dt="2023-05-25T14:43:09.950" v="7982" actId="20577"/>
          <ac:spMkLst>
            <pc:docMk/>
            <pc:sldMk cId="2759600390" sldId="268"/>
            <ac:spMk id="7" creationId="{BD1C6792-93C5-DED1-0872-50E165128229}"/>
          </ac:spMkLst>
        </pc:spChg>
        <pc:spChg chg="add del mod">
          <ac:chgData name="Quách Minh Triết" userId="c253b69d-aac8-4025-9b8c-c3a39b3e1079" providerId="ADAL" clId="{1346729F-4655-4A3C-8D45-942814240B19}" dt="2023-05-24T08:35:36.821" v="5358" actId="478"/>
          <ac:spMkLst>
            <pc:docMk/>
            <pc:sldMk cId="2759600390" sldId="268"/>
            <ac:spMk id="12" creationId="{5D394FB2-7FEC-6500-14CD-279572BD9725}"/>
          </ac:spMkLst>
        </pc:spChg>
        <pc:spChg chg="add mod">
          <ac:chgData name="Quách Minh Triết" userId="c253b69d-aac8-4025-9b8c-c3a39b3e1079" providerId="ADAL" clId="{1346729F-4655-4A3C-8D45-942814240B19}" dt="2023-05-24T15:37:07.701" v="6460" actId="207"/>
          <ac:spMkLst>
            <pc:docMk/>
            <pc:sldMk cId="2759600390" sldId="268"/>
            <ac:spMk id="13" creationId="{1B9914FB-2D43-7F81-4024-A38B69D1944C}"/>
          </ac:spMkLst>
        </pc:spChg>
        <pc:spChg chg="add del">
          <ac:chgData name="Quách Minh Triết" userId="c253b69d-aac8-4025-9b8c-c3a39b3e1079" providerId="ADAL" clId="{1346729F-4655-4A3C-8D45-942814240B19}" dt="2023-05-24T08:39:26.638" v="5428" actId="22"/>
          <ac:spMkLst>
            <pc:docMk/>
            <pc:sldMk cId="2759600390" sldId="268"/>
            <ac:spMk id="15" creationId="{CA33F2F0-2108-A77E-6D53-DBBD2E28623C}"/>
          </ac:spMkLst>
        </pc:spChg>
        <pc:spChg chg="add del mod">
          <ac:chgData name="Quách Minh Triết" userId="c253b69d-aac8-4025-9b8c-c3a39b3e1079" providerId="ADAL" clId="{1346729F-4655-4A3C-8D45-942814240B19}" dt="2023-05-24T08:56:27.623" v="5520" actId="478"/>
          <ac:spMkLst>
            <pc:docMk/>
            <pc:sldMk cId="2759600390" sldId="268"/>
            <ac:spMk id="23" creationId="{90C165B3-E7EA-8E1C-76B5-3EE56155936B}"/>
          </ac:spMkLst>
        </pc:spChg>
        <pc:picChg chg="add del mod">
          <ac:chgData name="Quách Minh Triết" userId="c253b69d-aac8-4025-9b8c-c3a39b3e1079" providerId="ADAL" clId="{1346729F-4655-4A3C-8D45-942814240B19}" dt="2023-05-24T08:40:38.245" v="5430" actId="478"/>
          <ac:picMkLst>
            <pc:docMk/>
            <pc:sldMk cId="2759600390" sldId="268"/>
            <ac:picMk id="11" creationId="{384ECBAE-C530-D161-C610-8E2D295C0E4F}"/>
          </ac:picMkLst>
        </pc:picChg>
        <pc:picChg chg="add del mod">
          <ac:chgData name="Quách Minh Triết" userId="c253b69d-aac8-4025-9b8c-c3a39b3e1079" providerId="ADAL" clId="{1346729F-4655-4A3C-8D45-942814240B19}" dt="2023-05-24T08:46:08.227" v="5436" actId="478"/>
          <ac:picMkLst>
            <pc:docMk/>
            <pc:sldMk cId="2759600390" sldId="268"/>
            <ac:picMk id="17" creationId="{310D6CD0-33BA-770B-03B6-2C881C5C9656}"/>
          </ac:picMkLst>
        </pc:picChg>
        <pc:picChg chg="add mod">
          <ac:chgData name="Quách Minh Triết" userId="c253b69d-aac8-4025-9b8c-c3a39b3e1079" providerId="ADAL" clId="{1346729F-4655-4A3C-8D45-942814240B19}" dt="2023-05-24T08:54:01.442" v="5447" actId="1076"/>
          <ac:picMkLst>
            <pc:docMk/>
            <pc:sldMk cId="2759600390" sldId="268"/>
            <ac:picMk id="19" creationId="{73BD11E0-09C0-7F7C-FF19-D2C051CD99BD}"/>
          </ac:picMkLst>
        </pc:picChg>
        <pc:picChg chg="add mod">
          <ac:chgData name="Quách Minh Triết" userId="c253b69d-aac8-4025-9b8c-c3a39b3e1079" providerId="ADAL" clId="{1346729F-4655-4A3C-8D45-942814240B19}" dt="2023-05-24T08:54:15.676" v="5448" actId="1076"/>
          <ac:picMkLst>
            <pc:docMk/>
            <pc:sldMk cId="2759600390" sldId="268"/>
            <ac:picMk id="21" creationId="{CC824B31-5556-C648-E65E-AAB879A95A0F}"/>
          </ac:picMkLst>
        </pc:picChg>
        <pc:picChg chg="add del mod">
          <ac:chgData name="Quách Minh Triết" userId="c253b69d-aac8-4025-9b8c-c3a39b3e1079" providerId="ADAL" clId="{1346729F-4655-4A3C-8D45-942814240B19}" dt="2023-05-24T09:39:47.113" v="5541" actId="21"/>
          <ac:picMkLst>
            <pc:docMk/>
            <pc:sldMk cId="2759600390" sldId="268"/>
            <ac:picMk id="25" creationId="{E6ACAA8F-C88C-9520-F2CE-16B11A2DC031}"/>
          </ac:picMkLst>
        </pc:picChg>
      </pc:sldChg>
      <pc:sldChg chg="modSp mod">
        <pc:chgData name="Quách Minh Triết" userId="c253b69d-aac8-4025-9b8c-c3a39b3e1079" providerId="ADAL" clId="{1346729F-4655-4A3C-8D45-942814240B19}" dt="2023-05-26T02:52:14.170" v="8208" actId="20577"/>
        <pc:sldMkLst>
          <pc:docMk/>
          <pc:sldMk cId="417536504" sldId="272"/>
        </pc:sldMkLst>
        <pc:spChg chg="mod">
          <ac:chgData name="Quách Minh Triết" userId="c253b69d-aac8-4025-9b8c-c3a39b3e1079" providerId="ADAL" clId="{1346729F-4655-4A3C-8D45-942814240B19}" dt="2023-05-26T02:52:14.170" v="8208" actId="20577"/>
          <ac:spMkLst>
            <pc:docMk/>
            <pc:sldMk cId="417536504" sldId="272"/>
            <ac:spMk id="2" creationId="{43B8BB83-CA62-C813-5584-9F9C32557A2B}"/>
          </ac:spMkLst>
        </pc:spChg>
      </pc:sldChg>
      <pc:sldChg chg="addSp delSp modSp mod">
        <pc:chgData name="Quách Minh Triết" userId="c253b69d-aac8-4025-9b8c-c3a39b3e1079" providerId="ADAL" clId="{1346729F-4655-4A3C-8D45-942814240B19}" dt="2023-06-09T00:52:32.997" v="9759" actId="20577"/>
        <pc:sldMkLst>
          <pc:docMk/>
          <pc:sldMk cId="3474133943" sldId="273"/>
        </pc:sldMkLst>
        <pc:spChg chg="mod">
          <ac:chgData name="Quách Minh Triết" userId="c253b69d-aac8-4025-9b8c-c3a39b3e1079" providerId="ADAL" clId="{1346729F-4655-4A3C-8D45-942814240B19}" dt="2023-05-25T14:14:11.239" v="7582" actId="20577"/>
          <ac:spMkLst>
            <pc:docMk/>
            <pc:sldMk cId="3474133943" sldId="273"/>
            <ac:spMk id="4" creationId="{45878135-3F5C-BB53-0082-122956799B79}"/>
          </ac:spMkLst>
        </pc:spChg>
        <pc:spChg chg="add del mod">
          <ac:chgData name="Quách Minh Triết" userId="c253b69d-aac8-4025-9b8c-c3a39b3e1079" providerId="ADAL" clId="{1346729F-4655-4A3C-8D45-942814240B19}" dt="2023-05-24T16:41:45.061" v="7066" actId="478"/>
          <ac:spMkLst>
            <pc:docMk/>
            <pc:sldMk cId="3474133943" sldId="273"/>
            <ac:spMk id="7" creationId="{5E00CEE8-F95B-CC6B-DB54-00840463749B}"/>
          </ac:spMkLst>
        </pc:spChg>
        <pc:graphicFrameChg chg="add del mod modGraphic">
          <ac:chgData name="Quách Minh Triết" userId="c253b69d-aac8-4025-9b8c-c3a39b3e1079" providerId="ADAL" clId="{1346729F-4655-4A3C-8D45-942814240B19}" dt="2023-06-09T00:52:32.997" v="9759" actId="20577"/>
          <ac:graphicFrameMkLst>
            <pc:docMk/>
            <pc:sldMk cId="3474133943" sldId="273"/>
            <ac:graphicFrameMk id="2" creationId="{14883AB6-E6D8-70A9-3CCB-61E120FC6000}"/>
          </ac:graphicFrameMkLst>
        </pc:graphicFrameChg>
        <pc:graphicFrameChg chg="add del mod modGraphic">
          <ac:chgData name="Quách Minh Triết" userId="c253b69d-aac8-4025-9b8c-c3a39b3e1079" providerId="ADAL" clId="{1346729F-4655-4A3C-8D45-942814240B19}" dt="2023-05-24T16:35:48.146" v="7039" actId="478"/>
          <ac:graphicFrameMkLst>
            <pc:docMk/>
            <pc:sldMk cId="3474133943" sldId="273"/>
            <ac:graphicFrameMk id="3" creationId="{31E03D79-15A8-8D44-C6F3-9C82420F99AC}"/>
          </ac:graphicFrameMkLst>
        </pc:graphicFrameChg>
        <pc:graphicFrameChg chg="add del mod">
          <ac:chgData name="Quách Minh Triết" userId="c253b69d-aac8-4025-9b8c-c3a39b3e1079" providerId="ADAL" clId="{1346729F-4655-4A3C-8D45-942814240B19}" dt="2023-05-24T16:38:57.179" v="7050" actId="478"/>
          <ac:graphicFrameMkLst>
            <pc:docMk/>
            <pc:sldMk cId="3474133943" sldId="273"/>
            <ac:graphicFrameMk id="5" creationId="{CB8675D4-1DCE-25EC-D68A-9F9495C28BA0}"/>
          </ac:graphicFrameMkLst>
        </pc:graphicFrameChg>
      </pc:sldChg>
      <pc:sldChg chg="modSp mod">
        <pc:chgData name="Quách Minh Triết" userId="c253b69d-aac8-4025-9b8c-c3a39b3e1079" providerId="ADAL" clId="{1346729F-4655-4A3C-8D45-942814240B19}" dt="2023-06-08T13:54:48.766" v="9570" actId="20577"/>
        <pc:sldMkLst>
          <pc:docMk/>
          <pc:sldMk cId="520000563" sldId="278"/>
        </pc:sldMkLst>
        <pc:spChg chg="mod">
          <ac:chgData name="Quách Minh Triết" userId="c253b69d-aac8-4025-9b8c-c3a39b3e1079" providerId="ADAL" clId="{1346729F-4655-4A3C-8D45-942814240B19}" dt="2023-06-08T13:54:48.766" v="9570" actId="20577"/>
          <ac:spMkLst>
            <pc:docMk/>
            <pc:sldMk cId="520000563" sldId="278"/>
            <ac:spMk id="9" creationId="{FB38022C-2317-5C70-E323-4CD5F069F03F}"/>
          </ac:spMkLst>
        </pc:spChg>
      </pc:sldChg>
      <pc:sldChg chg="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445010188" sldId="279"/>
        </pc:sldMkLst>
      </pc:sldChg>
      <pc:sldChg chg="addSp delSp modSp mod ord">
        <pc:chgData name="Quách Minh Triết" userId="c253b69d-aac8-4025-9b8c-c3a39b3e1079" providerId="ADAL" clId="{1346729F-4655-4A3C-8D45-942814240B19}" dt="2023-06-09T02:33:02.618" v="9824" actId="20577"/>
        <pc:sldMkLst>
          <pc:docMk/>
          <pc:sldMk cId="3418206844" sldId="280"/>
        </pc:sldMkLst>
        <pc:spChg chg="mod">
          <ac:chgData name="Quách Minh Triết" userId="c253b69d-aac8-4025-9b8c-c3a39b3e1079" providerId="ADAL" clId="{1346729F-4655-4A3C-8D45-942814240B19}" dt="2023-06-09T02:33:02.618" v="9824" actId="20577"/>
          <ac:spMkLst>
            <pc:docMk/>
            <pc:sldMk cId="3418206844" sldId="280"/>
            <ac:spMk id="2" creationId="{60ADE49E-7CC1-6704-5852-FAE992A0EEC4}"/>
          </ac:spMkLst>
        </pc:spChg>
        <pc:spChg chg="del">
          <ac:chgData name="Quách Minh Triết" userId="c253b69d-aac8-4025-9b8c-c3a39b3e1079" providerId="ADAL" clId="{1346729F-4655-4A3C-8D45-942814240B19}" dt="2023-05-24T16:24:44.635" v="6785" actId="478"/>
          <ac:spMkLst>
            <pc:docMk/>
            <pc:sldMk cId="3418206844" sldId="280"/>
            <ac:spMk id="3" creationId="{FA7AB109-D696-F27C-BD95-5BEBCF3AC000}"/>
          </ac:spMkLst>
        </pc:spChg>
        <pc:spChg chg="add del mod">
          <ac:chgData name="Quách Minh Triết" userId="c253b69d-aac8-4025-9b8c-c3a39b3e1079" providerId="ADAL" clId="{1346729F-4655-4A3C-8D45-942814240B19}" dt="2023-05-24T16:24:48.769" v="6786" actId="478"/>
          <ac:spMkLst>
            <pc:docMk/>
            <pc:sldMk cId="3418206844" sldId="280"/>
            <ac:spMk id="9" creationId="{9805B5F9-503D-6005-965A-602797CFBDA9}"/>
          </ac:spMkLst>
        </pc:spChg>
        <pc:spChg chg="add mod">
          <ac:chgData name="Quách Minh Triết" userId="c253b69d-aac8-4025-9b8c-c3a39b3e1079" providerId="ADAL" clId="{1346729F-4655-4A3C-8D45-942814240B19}" dt="2023-05-24T16:25:02.603" v="6810" actId="14100"/>
          <ac:spMkLst>
            <pc:docMk/>
            <pc:sldMk cId="3418206844" sldId="280"/>
            <ac:spMk id="10" creationId="{3101B36C-3606-3459-B1ED-5EE41A533CA5}"/>
          </ac:spMkLst>
        </pc:spChg>
        <pc:picChg chg="mod">
          <ac:chgData name="Quách Minh Triết" userId="c253b69d-aac8-4025-9b8c-c3a39b3e1079" providerId="ADAL" clId="{1346729F-4655-4A3C-8D45-942814240B19}" dt="2023-05-24T16:26:51.857" v="6856" actId="1076"/>
          <ac:picMkLst>
            <pc:docMk/>
            <pc:sldMk cId="3418206844" sldId="280"/>
            <ac:picMk id="8" creationId="{71DAFD00-5660-EAA6-4DE3-83F373055A99}"/>
          </ac:picMkLst>
        </pc:picChg>
      </pc:sldChg>
      <pc:sldChg chg="addSp delSp modSp mod ord">
        <pc:chgData name="Quách Minh Triết" userId="c253b69d-aac8-4025-9b8c-c3a39b3e1079" providerId="ADAL" clId="{1346729F-4655-4A3C-8D45-942814240B19}" dt="2023-05-24T17:03:03.367" v="7526" actId="20577"/>
        <pc:sldMkLst>
          <pc:docMk/>
          <pc:sldMk cId="2577936335" sldId="281"/>
        </pc:sldMkLst>
        <pc:spChg chg="add del mod">
          <ac:chgData name="Quách Minh Triết" userId="c253b69d-aac8-4025-9b8c-c3a39b3e1079" providerId="ADAL" clId="{1346729F-4655-4A3C-8D45-942814240B19}" dt="2023-05-24T17:03:03.367" v="7526" actId="20577"/>
          <ac:spMkLst>
            <pc:docMk/>
            <pc:sldMk cId="2577936335" sldId="281"/>
            <ac:spMk id="3" creationId="{FF07BEBE-18E8-4025-FF6F-EC0130CB4F22}"/>
          </ac:spMkLst>
        </pc:spChg>
        <pc:spChg chg="add del mod">
          <ac:chgData name="Quách Minh Triết" userId="c253b69d-aac8-4025-9b8c-c3a39b3e1079" providerId="ADAL" clId="{1346729F-4655-4A3C-8D45-942814240B19}" dt="2023-05-24T17:02:44.117" v="7503" actId="478"/>
          <ac:spMkLst>
            <pc:docMk/>
            <pc:sldMk cId="2577936335" sldId="281"/>
            <ac:spMk id="5" creationId="{AF92DF0C-0896-6105-BD1C-195E76286AF6}"/>
          </ac:spMkLst>
        </pc:spChg>
      </pc:sldChg>
      <pc:sldChg chg="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164941242" sldId="282"/>
        </pc:sldMkLst>
      </pc:sldChg>
      <pc:sldChg chg="addSp delSp modSp mod">
        <pc:chgData name="Quách Minh Triết" userId="c253b69d-aac8-4025-9b8c-c3a39b3e1079" providerId="ADAL" clId="{1346729F-4655-4A3C-8D45-942814240B19}" dt="2023-06-08T13:35:14.873" v="9564" actId="20577"/>
        <pc:sldMkLst>
          <pc:docMk/>
          <pc:sldMk cId="1149036730" sldId="283"/>
        </pc:sldMkLst>
        <pc:spChg chg="mod">
          <ac:chgData name="Quách Minh Triết" userId="c253b69d-aac8-4025-9b8c-c3a39b3e1079" providerId="ADAL" clId="{1346729F-4655-4A3C-8D45-942814240B19}" dt="2023-05-18T16:14:24.650" v="69" actId="14100"/>
          <ac:spMkLst>
            <pc:docMk/>
            <pc:sldMk cId="1149036730" sldId="283"/>
            <ac:spMk id="14" creationId="{C3DCAAAD-78E0-27AD-6F6E-F03B38D9C04C}"/>
          </ac:spMkLst>
        </pc:spChg>
        <pc:spChg chg="mod">
          <ac:chgData name="Quách Minh Triết" userId="c253b69d-aac8-4025-9b8c-c3a39b3e1079" providerId="ADAL" clId="{1346729F-4655-4A3C-8D45-942814240B19}" dt="2023-05-24T16:28:20.752" v="6924"/>
          <ac:spMkLst>
            <pc:docMk/>
            <pc:sldMk cId="1149036730" sldId="283"/>
            <ac:spMk id="26" creationId="{70BA96D9-2E56-3DBD-6315-048A1B2800FB}"/>
          </ac:spMkLst>
        </pc:spChg>
        <pc:spChg chg="mod">
          <ac:chgData name="Quách Minh Triết" userId="c253b69d-aac8-4025-9b8c-c3a39b3e1079" providerId="ADAL" clId="{1346729F-4655-4A3C-8D45-942814240B19}" dt="2023-06-08T13:35:14.873" v="9564" actId="20577"/>
          <ac:spMkLst>
            <pc:docMk/>
            <pc:sldMk cId="1149036730" sldId="283"/>
            <ac:spMk id="27" creationId="{64C89AC3-3D7A-65BB-C3F4-2B1CB19E78D1}"/>
          </ac:spMkLst>
        </pc:spChg>
        <pc:picChg chg="del">
          <ac:chgData name="Quách Minh Triết" userId="c253b69d-aac8-4025-9b8c-c3a39b3e1079" providerId="ADAL" clId="{1346729F-4655-4A3C-8D45-942814240B19}" dt="2023-05-18T16:14:31.686" v="70" actId="478"/>
          <ac:picMkLst>
            <pc:docMk/>
            <pc:sldMk cId="1149036730" sldId="283"/>
            <ac:picMk id="9" creationId="{242D321B-1EC1-017E-53C3-6CF98FDFE097}"/>
          </ac:picMkLst>
        </pc:picChg>
        <pc:picChg chg="add mod">
          <ac:chgData name="Quách Minh Triết" userId="c253b69d-aac8-4025-9b8c-c3a39b3e1079" providerId="ADAL" clId="{1346729F-4655-4A3C-8D45-942814240B19}" dt="2023-05-18T16:15:03.318" v="72" actId="1076"/>
          <ac:picMkLst>
            <pc:docMk/>
            <pc:sldMk cId="1149036730" sldId="283"/>
            <ac:picMk id="22" creationId="{784CD82A-ABBF-4205-0512-48A19056B824}"/>
          </ac:picMkLst>
        </pc:picChg>
        <pc:cxnChg chg="mod">
          <ac:chgData name="Quách Minh Triết" userId="c253b69d-aac8-4025-9b8c-c3a39b3e1079" providerId="ADAL" clId="{1346729F-4655-4A3C-8D45-942814240B19}" dt="2023-05-18T16:14:31.686" v="70" actId="478"/>
          <ac:cxnSpMkLst>
            <pc:docMk/>
            <pc:sldMk cId="1149036730" sldId="283"/>
            <ac:cxnSpMk id="20" creationId="{070CBA2A-FEF9-CEE4-3880-01AE8040B2A6}"/>
          </ac:cxnSpMkLst>
        </pc:cxnChg>
      </pc:sldChg>
      <pc:sldChg chg="ord">
        <pc:chgData name="Quách Minh Triết" userId="c253b69d-aac8-4025-9b8c-c3a39b3e1079" providerId="ADAL" clId="{1346729F-4655-4A3C-8D45-942814240B19}" dt="2023-06-01T14:52:10.089" v="9418"/>
        <pc:sldMkLst>
          <pc:docMk/>
          <pc:sldMk cId="2738582485" sldId="284"/>
        </pc:sldMkLst>
      </pc:sldChg>
      <pc:sldChg chg="delSp modSp del mod">
        <pc:chgData name="Quách Minh Triết" userId="c253b69d-aac8-4025-9b8c-c3a39b3e1079" providerId="ADAL" clId="{1346729F-4655-4A3C-8D45-942814240B19}" dt="2023-06-08T15:40:27.240" v="9614" actId="2696"/>
        <pc:sldMkLst>
          <pc:docMk/>
          <pc:sldMk cId="1436924776" sldId="285"/>
        </pc:sldMkLst>
        <pc:spChg chg="mod">
          <ac:chgData name="Quách Minh Triết" userId="c253b69d-aac8-4025-9b8c-c3a39b3e1079" providerId="ADAL" clId="{1346729F-4655-4A3C-8D45-942814240B19}" dt="2023-05-26T03:03:54.359" v="8708" actId="20577"/>
          <ac:spMkLst>
            <pc:docMk/>
            <pc:sldMk cId="1436924776" sldId="285"/>
            <ac:spMk id="12" creationId="{22C1CF7A-D247-95C8-B526-1EBDC30DEEF1}"/>
          </ac:spMkLst>
        </pc:spChg>
        <pc:spChg chg="del mod">
          <ac:chgData name="Quách Minh Triết" userId="c253b69d-aac8-4025-9b8c-c3a39b3e1079" providerId="ADAL" clId="{1346729F-4655-4A3C-8D45-942814240B19}" dt="2023-05-26T03:04:00.296" v="8709" actId="478"/>
          <ac:spMkLst>
            <pc:docMk/>
            <pc:sldMk cId="1436924776" sldId="285"/>
            <ac:spMk id="13" creationId="{BC2A78B7-0704-3FCA-A737-47230F63A7A8}"/>
          </ac:spMkLst>
        </pc:spChg>
      </pc:sldChg>
      <pc:sldChg chg="addSp delSp modSp add del mod ord">
        <pc:chgData name="Quách Minh Triết" userId="c253b69d-aac8-4025-9b8c-c3a39b3e1079" providerId="ADAL" clId="{1346729F-4655-4A3C-8D45-942814240B19}" dt="2023-06-16T01:52:33.570" v="9827" actId="47"/>
        <pc:sldMkLst>
          <pc:docMk/>
          <pc:sldMk cId="444588100" sldId="286"/>
        </pc:sldMkLst>
        <pc:spChg chg="del">
          <ac:chgData name="Quách Minh Triết" userId="c253b69d-aac8-4025-9b8c-c3a39b3e1079" providerId="ADAL" clId="{1346729F-4655-4A3C-8D45-942814240B19}" dt="2023-05-19T16:21:30.062" v="1252" actId="478"/>
          <ac:spMkLst>
            <pc:docMk/>
            <pc:sldMk cId="444588100" sldId="286"/>
            <ac:spMk id="6" creationId="{D24B018F-CC23-5E6B-FB47-DE2AD877B4E9}"/>
          </ac:spMkLst>
        </pc:spChg>
        <pc:picChg chg="add mod">
          <ac:chgData name="Quách Minh Triết" userId="c253b69d-aac8-4025-9b8c-c3a39b3e1079" providerId="ADAL" clId="{1346729F-4655-4A3C-8D45-942814240B19}" dt="2023-05-20T03:34:59.535" v="1260"/>
          <ac:picMkLst>
            <pc:docMk/>
            <pc:sldMk cId="444588100" sldId="286"/>
            <ac:picMk id="7" creationId="{B920CF60-8B09-6158-E42A-53B920B2C5F5}"/>
          </ac:picMkLst>
        </pc:picChg>
        <pc:inkChg chg="add del">
          <ac:chgData name="Quách Minh Triết" userId="c253b69d-aac8-4025-9b8c-c3a39b3e1079" providerId="ADAL" clId="{1346729F-4655-4A3C-8D45-942814240B19}" dt="2023-05-25T15:49:15.927" v="8063" actId="9405"/>
          <ac:inkMkLst>
            <pc:docMk/>
            <pc:sldMk cId="444588100" sldId="286"/>
            <ac:inkMk id="2" creationId="{79822558-449B-9103-6726-1501D0782C40}"/>
          </ac:inkMkLst>
        </pc:inkChg>
        <pc:inkChg chg="add del">
          <ac:chgData name="Quách Minh Triết" userId="c253b69d-aac8-4025-9b8c-c3a39b3e1079" providerId="ADAL" clId="{1346729F-4655-4A3C-8D45-942814240B19}" dt="2023-05-25T15:49:15.568" v="8062" actId="9405"/>
          <ac:inkMkLst>
            <pc:docMk/>
            <pc:sldMk cId="444588100" sldId="286"/>
            <ac:inkMk id="3" creationId="{FC771CD4-8753-736F-FF8A-D04887675DBA}"/>
          </ac:inkMkLst>
        </pc:inkChg>
      </pc:sldChg>
      <pc:sldChg chg="addSp modSp add del mod ord">
        <pc:chgData name="Quách Minh Triết" userId="c253b69d-aac8-4025-9b8c-c3a39b3e1079" providerId="ADAL" clId="{1346729F-4655-4A3C-8D45-942814240B19}" dt="2023-06-16T01:52:29.241" v="9826" actId="47"/>
        <pc:sldMkLst>
          <pc:docMk/>
          <pc:sldMk cId="4083303612" sldId="287"/>
        </pc:sldMkLst>
        <pc:spChg chg="add mod">
          <ac:chgData name="Quách Minh Triết" userId="c253b69d-aac8-4025-9b8c-c3a39b3e1079" providerId="ADAL" clId="{1346729F-4655-4A3C-8D45-942814240B19}" dt="2023-05-25T14:41:37.672" v="7958" actId="123"/>
          <ac:spMkLst>
            <pc:docMk/>
            <pc:sldMk cId="4083303612" sldId="287"/>
            <ac:spMk id="10" creationId="{E56621B9-A35F-A562-007B-0FEF464D51AE}"/>
          </ac:spMkLst>
        </pc:spChg>
        <pc:spChg chg="mod">
          <ac:chgData name="Quách Minh Triết" userId="c253b69d-aac8-4025-9b8c-c3a39b3e1079" providerId="ADAL" clId="{1346729F-4655-4A3C-8D45-942814240B19}" dt="2023-05-20T17:09:56.355" v="1561" actId="14100"/>
          <ac:spMkLst>
            <pc:docMk/>
            <pc:sldMk cId="4083303612" sldId="287"/>
            <ac:spMk id="14" creationId="{F5768EFB-B317-47EA-C969-D365EB136882}"/>
          </ac:spMkLst>
        </pc:spChg>
        <pc:picChg chg="add mod">
          <ac:chgData name="Quách Minh Triết" userId="c253b69d-aac8-4025-9b8c-c3a39b3e1079" providerId="ADAL" clId="{1346729F-4655-4A3C-8D45-942814240B19}" dt="2023-05-21T14:04:19.417" v="1606" actId="1076"/>
          <ac:picMkLst>
            <pc:docMk/>
            <pc:sldMk cId="4083303612" sldId="287"/>
            <ac:picMk id="7" creationId="{2AC4D690-3A42-301E-329F-F00ADDE8BED2}"/>
          </ac:picMkLst>
        </pc:picChg>
        <pc:picChg chg="add mod">
          <ac:chgData name="Quách Minh Triết" userId="c253b69d-aac8-4025-9b8c-c3a39b3e1079" providerId="ADAL" clId="{1346729F-4655-4A3C-8D45-942814240B19}" dt="2023-05-21T15:56:58.803" v="1639" actId="1076"/>
          <ac:picMkLst>
            <pc:docMk/>
            <pc:sldMk cId="4083303612" sldId="287"/>
            <ac:picMk id="9" creationId="{78199745-B5E9-63E5-BEB3-53204D6A92BF}"/>
          </ac:picMkLst>
        </pc:picChg>
      </pc:sldChg>
      <pc:sldChg chg="add del">
        <pc:chgData name="Quách Minh Triết" userId="c253b69d-aac8-4025-9b8c-c3a39b3e1079" providerId="ADAL" clId="{1346729F-4655-4A3C-8D45-942814240B19}" dt="2023-05-21T13:54:12.880" v="1594" actId="47"/>
        <pc:sldMkLst>
          <pc:docMk/>
          <pc:sldMk cId="2074089523" sldId="288"/>
        </pc:sldMkLst>
      </pc:sldChg>
      <pc:sldChg chg="addSp modSp add mod ord">
        <pc:chgData name="Quách Minh Triết" userId="c253b69d-aac8-4025-9b8c-c3a39b3e1079" providerId="ADAL" clId="{1346729F-4655-4A3C-8D45-942814240B19}" dt="2023-05-31T13:22:25.028" v="9094" actId="1076"/>
        <pc:sldMkLst>
          <pc:docMk/>
          <pc:sldMk cId="460677322" sldId="289"/>
        </pc:sldMkLst>
        <pc:spChg chg="mod">
          <ac:chgData name="Quách Minh Triết" userId="c253b69d-aac8-4025-9b8c-c3a39b3e1079" providerId="ADAL" clId="{1346729F-4655-4A3C-8D45-942814240B19}" dt="2023-05-31T13:22:01.351" v="9091" actId="14100"/>
          <ac:spMkLst>
            <pc:docMk/>
            <pc:sldMk cId="460677322" sldId="289"/>
            <ac:spMk id="6" creationId="{D24B018F-CC23-5E6B-FB47-DE2AD877B4E9}"/>
          </ac:spMkLst>
        </pc:spChg>
        <pc:spChg chg="mod">
          <ac:chgData name="Quách Minh Triết" userId="c253b69d-aac8-4025-9b8c-c3a39b3e1079" providerId="ADAL" clId="{1346729F-4655-4A3C-8D45-942814240B19}" dt="2023-05-20T17:09:27.623" v="1555" actId="20577"/>
          <ac:spMkLst>
            <pc:docMk/>
            <pc:sldMk cId="460677322" sldId="289"/>
            <ac:spMk id="14" creationId="{F5768EFB-B317-47EA-C969-D365EB136882}"/>
          </ac:spMkLst>
        </pc:spChg>
        <pc:picChg chg="add mod modCrop">
          <ac:chgData name="Quách Minh Triết" userId="c253b69d-aac8-4025-9b8c-c3a39b3e1079" providerId="ADAL" clId="{1346729F-4655-4A3C-8D45-942814240B19}" dt="2023-05-31T13:22:25.028" v="9094" actId="1076"/>
          <ac:picMkLst>
            <pc:docMk/>
            <pc:sldMk cId="460677322" sldId="289"/>
            <ac:picMk id="2" creationId="{AA92CA50-36AA-48A4-55DB-AAFEF1521576}"/>
          </ac:picMkLst>
        </pc:picChg>
      </pc:sldChg>
      <pc:sldChg chg="addSp delSp modSp add del mod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655081156" sldId="290"/>
        </pc:sldMkLst>
        <pc:spChg chg="mod">
          <ac:chgData name="Quách Minh Triết" userId="c253b69d-aac8-4025-9b8c-c3a39b3e1079" providerId="ADAL" clId="{1346729F-4655-4A3C-8D45-942814240B19}" dt="2023-05-22T02:09:08.663" v="1698"/>
          <ac:spMkLst>
            <pc:docMk/>
            <pc:sldMk cId="1655081156" sldId="290"/>
            <ac:spMk id="5" creationId="{298F03B0-110D-C2DB-5E69-FE89D8C87649}"/>
          </ac:spMkLst>
        </pc:spChg>
        <pc:spChg chg="add del mod">
          <ac:chgData name="Quách Minh Triết" userId="c253b69d-aac8-4025-9b8c-c3a39b3e1079" providerId="ADAL" clId="{1346729F-4655-4A3C-8D45-942814240B19}" dt="2023-05-22T02:09:59.288" v="1700" actId="478"/>
          <ac:spMkLst>
            <pc:docMk/>
            <pc:sldMk cId="1655081156" sldId="290"/>
            <ac:spMk id="7" creationId="{B9624180-74AF-CE74-F704-8791F1561D8E}"/>
          </ac:spMkLst>
        </pc:spChg>
        <pc:spChg chg="add mod">
          <ac:chgData name="Quách Minh Triết" userId="c253b69d-aac8-4025-9b8c-c3a39b3e1079" providerId="ADAL" clId="{1346729F-4655-4A3C-8D45-942814240B19}" dt="2023-05-22T02:11:42.898" v="1718" actId="14100"/>
          <ac:spMkLst>
            <pc:docMk/>
            <pc:sldMk cId="1655081156" sldId="290"/>
            <ac:spMk id="8" creationId="{99967E53-648D-4780-73E7-F66F99E751DF}"/>
          </ac:spMkLst>
        </pc:spChg>
        <pc:spChg chg="add mod">
          <ac:chgData name="Quách Minh Triết" userId="c253b69d-aac8-4025-9b8c-c3a39b3e1079" providerId="ADAL" clId="{1346729F-4655-4A3C-8D45-942814240B19}" dt="2023-05-22T02:12:51.104" v="1726" actId="948"/>
          <ac:spMkLst>
            <pc:docMk/>
            <pc:sldMk cId="1655081156" sldId="290"/>
            <ac:spMk id="9" creationId="{3BEE14FD-3D6D-B504-65CE-99BF52B2283F}"/>
          </ac:spMkLst>
        </pc:spChg>
        <pc:spChg chg="del">
          <ac:chgData name="Quách Minh Triết" userId="c253b69d-aac8-4025-9b8c-c3a39b3e1079" providerId="ADAL" clId="{1346729F-4655-4A3C-8D45-942814240B19}" dt="2023-05-22T02:09:56.600" v="1699" actId="478"/>
          <ac:spMkLst>
            <pc:docMk/>
            <pc:sldMk cId="1655081156" sldId="290"/>
            <ac:spMk id="14" creationId="{F5768EFB-B317-47EA-C969-D365EB136882}"/>
          </ac:spMkLst>
        </pc:spChg>
      </pc:sldChg>
      <pc:sldChg chg="addSp delSp modSp add mod ord">
        <pc:chgData name="Quách Minh Triết" userId="c253b69d-aac8-4025-9b8c-c3a39b3e1079" providerId="ADAL" clId="{1346729F-4655-4A3C-8D45-942814240B19}" dt="2023-06-09T00:56:27.342" v="9774" actId="14100"/>
        <pc:sldMkLst>
          <pc:docMk/>
          <pc:sldMk cId="3672444641" sldId="291"/>
        </pc:sldMkLst>
        <pc:spChg chg="add mod">
          <ac:chgData name="Quách Minh Triết" userId="c253b69d-aac8-4025-9b8c-c3a39b3e1079" providerId="ADAL" clId="{1346729F-4655-4A3C-8D45-942814240B19}" dt="2023-06-09T00:54:25.779" v="9763" actId="14100"/>
          <ac:spMkLst>
            <pc:docMk/>
            <pc:sldMk cId="3672444641" sldId="291"/>
            <ac:spMk id="2" creationId="{0E22FCFB-CA33-A6ED-2326-89B5A9C46CF2}"/>
          </ac:spMkLst>
        </pc:spChg>
        <pc:spChg chg="add del mod">
          <ac:chgData name="Quách Minh Triết" userId="c253b69d-aac8-4025-9b8c-c3a39b3e1079" providerId="ADAL" clId="{1346729F-4655-4A3C-8D45-942814240B19}" dt="2023-05-22T02:13:29.359" v="1731" actId="478"/>
          <ac:spMkLst>
            <pc:docMk/>
            <pc:sldMk cId="3672444641" sldId="291"/>
            <ac:spMk id="5" creationId="{D70BE638-5FD8-608F-9AE9-D4FF6163851A}"/>
          </ac:spMkLst>
        </pc:spChg>
        <pc:spChg chg="add del mod">
          <ac:chgData name="Quách Minh Triết" userId="c253b69d-aac8-4025-9b8c-c3a39b3e1079" providerId="ADAL" clId="{1346729F-4655-4A3C-8D45-942814240B19}" dt="2023-05-22T02:13:32.968" v="1733" actId="478"/>
          <ac:spMkLst>
            <pc:docMk/>
            <pc:sldMk cId="3672444641" sldId="291"/>
            <ac:spMk id="8" creationId="{328A37B2-C1A1-25B9-77C3-18DF1B2C49EA}"/>
          </ac:spMkLst>
        </pc:spChg>
        <pc:spChg chg="add mod">
          <ac:chgData name="Quách Minh Triết" userId="c253b69d-aac8-4025-9b8c-c3a39b3e1079" providerId="ADAL" clId="{1346729F-4655-4A3C-8D45-942814240B19}" dt="2023-05-22T02:13:42.338" v="1734"/>
          <ac:spMkLst>
            <pc:docMk/>
            <pc:sldMk cId="3672444641" sldId="291"/>
            <ac:spMk id="9" creationId="{E00F9158-7456-51F9-CFBE-781346CBC484}"/>
          </ac:spMkLst>
        </pc:spChg>
        <pc:spChg chg="del">
          <ac:chgData name="Quách Minh Triết" userId="c253b69d-aac8-4025-9b8c-c3a39b3e1079" providerId="ADAL" clId="{1346729F-4655-4A3C-8D45-942814240B19}" dt="2023-05-22T02:13:27.337" v="1730" actId="478"/>
          <ac:spMkLst>
            <pc:docMk/>
            <pc:sldMk cId="3672444641" sldId="291"/>
            <ac:spMk id="10" creationId="{9645BD6E-D504-0AAE-E7AB-615D99588185}"/>
          </ac:spMkLst>
        </pc:spChg>
        <pc:spChg chg="add mod">
          <ac:chgData name="Quách Minh Triết" userId="c253b69d-aac8-4025-9b8c-c3a39b3e1079" providerId="ADAL" clId="{1346729F-4655-4A3C-8D45-942814240B19}" dt="2023-06-09T00:56:27.342" v="9774" actId="14100"/>
          <ac:spMkLst>
            <pc:docMk/>
            <pc:sldMk cId="3672444641" sldId="291"/>
            <ac:spMk id="11" creationId="{0A93AA3B-BDE5-E197-DF49-E1052746C666}"/>
          </ac:spMkLst>
        </pc:spChg>
        <pc:spChg chg="add mod">
          <ac:chgData name="Quách Minh Triết" userId="c253b69d-aac8-4025-9b8c-c3a39b3e1079" providerId="ADAL" clId="{1346729F-4655-4A3C-8D45-942814240B19}" dt="2023-06-09T00:54:21.966" v="9762" actId="14100"/>
          <ac:spMkLst>
            <pc:docMk/>
            <pc:sldMk cId="3672444641" sldId="291"/>
            <ac:spMk id="12" creationId="{352280F4-6069-C0C3-9F9A-F02370348996}"/>
          </ac:spMkLst>
        </pc:spChg>
        <pc:graphicFrameChg chg="del">
          <ac:chgData name="Quách Minh Triết" userId="c253b69d-aac8-4025-9b8c-c3a39b3e1079" providerId="ADAL" clId="{1346729F-4655-4A3C-8D45-942814240B19}" dt="2023-05-22T02:13:31.640" v="1732" actId="478"/>
          <ac:graphicFrameMkLst>
            <pc:docMk/>
            <pc:sldMk cId="3672444641" sldId="291"/>
            <ac:graphicFrameMk id="14" creationId="{8B282638-605F-AABF-CB34-2453951B1089}"/>
          </ac:graphicFrameMkLst>
        </pc:graphicFrameChg>
      </pc:sldChg>
      <pc:sldChg chg="addSp delSp modSp add mod">
        <pc:chgData name="Quách Minh Triết" userId="c253b69d-aac8-4025-9b8c-c3a39b3e1079" providerId="ADAL" clId="{1346729F-4655-4A3C-8D45-942814240B19}" dt="2023-06-02T03:21:10.853" v="9448" actId="1076"/>
        <pc:sldMkLst>
          <pc:docMk/>
          <pc:sldMk cId="1919078418" sldId="292"/>
        </pc:sldMkLst>
        <pc:spChg chg="del mod">
          <ac:chgData name="Quách Minh Triết" userId="c253b69d-aac8-4025-9b8c-c3a39b3e1079" providerId="ADAL" clId="{1346729F-4655-4A3C-8D45-942814240B19}" dt="2023-06-01T14:30:59.154" v="9414" actId="478"/>
          <ac:spMkLst>
            <pc:docMk/>
            <pc:sldMk cId="1919078418" sldId="292"/>
            <ac:spMk id="2" creationId="{0E22FCFB-CA33-A6ED-2326-89B5A9C46CF2}"/>
          </ac:spMkLst>
        </pc:spChg>
        <pc:spChg chg="add mod">
          <ac:chgData name="Quách Minh Triết" userId="c253b69d-aac8-4025-9b8c-c3a39b3e1079" providerId="ADAL" clId="{1346729F-4655-4A3C-8D45-942814240B19}" dt="2023-06-01T14:30:06.727" v="9413" actId="20577"/>
          <ac:spMkLst>
            <pc:docMk/>
            <pc:sldMk cId="1919078418" sldId="292"/>
            <ac:spMk id="5" creationId="{0F82BDF2-913E-1B16-D1BD-56A92807C476}"/>
          </ac:spMkLst>
        </pc:spChg>
        <pc:spChg chg="add mod">
          <ac:chgData name="Quách Minh Triết" userId="c253b69d-aac8-4025-9b8c-c3a39b3e1079" providerId="ADAL" clId="{1346729F-4655-4A3C-8D45-942814240B19}" dt="2023-05-24T16:01:39.898" v="6612" actId="14100"/>
          <ac:spMkLst>
            <pc:docMk/>
            <pc:sldMk cId="1919078418" sldId="292"/>
            <ac:spMk id="7" creationId="{D93029BB-4ED7-A480-997B-AFE72062913D}"/>
          </ac:spMkLst>
        </pc:spChg>
        <pc:spChg chg="add mod">
          <ac:chgData name="Quách Minh Triết" userId="c253b69d-aac8-4025-9b8c-c3a39b3e1079" providerId="ADAL" clId="{1346729F-4655-4A3C-8D45-942814240B19}" dt="2023-06-02T03:21:10.853" v="9448" actId="1076"/>
          <ac:spMkLst>
            <pc:docMk/>
            <pc:sldMk cId="1919078418" sldId="292"/>
            <ac:spMk id="8" creationId="{D96B7339-C67F-851A-599D-A4599E540636}"/>
          </ac:spMkLst>
        </pc:spChg>
        <pc:spChg chg="mod">
          <ac:chgData name="Quách Minh Triết" userId="c253b69d-aac8-4025-9b8c-c3a39b3e1079" providerId="ADAL" clId="{1346729F-4655-4A3C-8D45-942814240B19}" dt="2023-05-22T15:25:51.183" v="4547"/>
          <ac:spMkLst>
            <pc:docMk/>
            <pc:sldMk cId="1919078418" sldId="292"/>
            <ac:spMk id="9" creationId="{E00F9158-7456-51F9-CFBE-781346CBC484}"/>
          </ac:spMkLst>
        </pc:spChg>
        <pc:spChg chg="add mod">
          <ac:chgData name="Quách Minh Triết" userId="c253b69d-aac8-4025-9b8c-c3a39b3e1079" providerId="ADAL" clId="{1346729F-4655-4A3C-8D45-942814240B19}" dt="2023-06-01T14:31:13.620" v="9415" actId="1076"/>
          <ac:spMkLst>
            <pc:docMk/>
            <pc:sldMk cId="1919078418" sldId="292"/>
            <ac:spMk id="10" creationId="{06DFB1A1-CAA7-F803-7C1A-123251A3511E}"/>
          </ac:spMkLst>
        </pc:spChg>
        <pc:spChg chg="mod">
          <ac:chgData name="Quách Minh Triết" userId="c253b69d-aac8-4025-9b8c-c3a39b3e1079" providerId="ADAL" clId="{1346729F-4655-4A3C-8D45-942814240B19}" dt="2023-05-23T15:56:37.054" v="4848" actId="948"/>
          <ac:spMkLst>
            <pc:docMk/>
            <pc:sldMk cId="1919078418" sldId="292"/>
            <ac:spMk id="11" creationId="{0A93AA3B-BDE5-E197-DF49-E1052746C666}"/>
          </ac:spMkLst>
        </pc:spChg>
        <pc:spChg chg="del mod">
          <ac:chgData name="Quách Minh Triết" userId="c253b69d-aac8-4025-9b8c-c3a39b3e1079" providerId="ADAL" clId="{1346729F-4655-4A3C-8D45-942814240B19}" dt="2023-05-22T14:54:44.359" v="4530" actId="478"/>
          <ac:spMkLst>
            <pc:docMk/>
            <pc:sldMk cId="1919078418" sldId="292"/>
            <ac:spMk id="12" creationId="{352280F4-6069-C0C3-9F9A-F02370348996}"/>
          </ac:spMkLst>
        </pc:spChg>
      </pc:sldChg>
      <pc:sldChg chg="addSp delSp modSp add del mod ord">
        <pc:chgData name="Quách Minh Triết" userId="c253b69d-aac8-4025-9b8c-c3a39b3e1079" providerId="ADAL" clId="{1346729F-4655-4A3C-8D45-942814240B19}" dt="2023-05-24T16:24:12.795" v="6782" actId="47"/>
        <pc:sldMkLst>
          <pc:docMk/>
          <pc:sldMk cId="2767309867" sldId="293"/>
        </pc:sldMkLst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4" creationId="{9099A4E0-99CC-34E8-536B-35867E7C5AF2}"/>
          </ac:spMkLst>
        </pc:spChg>
        <pc:spChg chg="add del mod">
          <ac:chgData name="Quách Minh Triết" userId="c253b69d-aac8-4025-9b8c-c3a39b3e1079" providerId="ADAL" clId="{1346729F-4655-4A3C-8D45-942814240B19}" dt="2023-05-24T16:00:52.473" v="6603" actId="478"/>
          <ac:spMkLst>
            <pc:docMk/>
            <pc:sldMk cId="2767309867" sldId="293"/>
            <ac:spMk id="6" creationId="{1E05ABD6-2E57-0A12-F454-CDB5AD4C0DD3}"/>
          </ac:spMkLst>
        </pc:spChg>
        <pc:spChg chg="add del mod">
          <ac:chgData name="Quách Minh Triết" userId="c253b69d-aac8-4025-9b8c-c3a39b3e1079" providerId="ADAL" clId="{1346729F-4655-4A3C-8D45-942814240B19}" dt="2023-05-24T16:00:57.020" v="6605"/>
          <ac:spMkLst>
            <pc:docMk/>
            <pc:sldMk cId="2767309867" sldId="293"/>
            <ac:spMk id="7" creationId="{256FC97D-AE17-C271-A28B-DE76E147EB27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9" creationId="{07077466-9F22-8B8B-CF7F-84381A2C568F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11" creationId="{E17354A1-354E-B016-DBC9-DC0F8C46C5B2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13" creationId="{8A00F1DD-9E15-86D6-4CDB-A87ACE2B0213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15" creationId="{DDF1892E-E5CA-1078-5D27-F9905B6F24FC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17" creationId="{8390920D-D754-EC97-3DFD-D7B14F9C5440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19" creationId="{760D1E1D-B753-A238-EC17-82FD44FD0341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21" creationId="{970EA41C-DFD1-0D31-78EF-BC1AEF744CDE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23" creationId="{FE55823C-3EF4-9A4E-245C-A65928525463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25" creationId="{C6E39579-917F-F212-D497-970DF8CE0082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26" creationId="{F237C2FF-8AE7-02AF-7E17-D62F80F65FAA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27" creationId="{00C27F86-4C80-C4F3-6CE8-D40C84F64932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28" creationId="{437F270A-5AE8-3D7C-4649-C8CE5C3BBE73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29" creationId="{88C30139-2108-5DD5-D7B5-F4C5CA6CCBF3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30" creationId="{7E1DA776-AFFE-AE39-7F7B-59EB501D7E5F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31" creationId="{1F74C8AB-F847-F58A-7B89-FC1F3E125FB9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32" creationId="{0A4B179D-6ECE-CDC7-80E3-5E1843793A1D}"/>
          </ac:spMkLst>
        </pc:spChg>
        <pc:spChg chg="del">
          <ac:chgData name="Quách Minh Triết" userId="c253b69d-aac8-4025-9b8c-c3a39b3e1079" providerId="ADAL" clId="{1346729F-4655-4A3C-8D45-942814240B19}" dt="2023-05-24T16:01:00.160" v="6606" actId="478"/>
          <ac:spMkLst>
            <pc:docMk/>
            <pc:sldMk cId="2767309867" sldId="293"/>
            <ac:spMk id="34" creationId="{20510531-78E7-6DD4-B8ED-F8484240C2E1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35" creationId="{5DFB9503-2A5A-1394-6E89-191F991497E8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37" creationId="{7E4D0C33-3C78-9BE8-6C61-9702FC7009A8}"/>
          </ac:spMkLst>
        </pc:spChg>
        <pc:spChg chg="del">
          <ac:chgData name="Quách Minh Triết" userId="c253b69d-aac8-4025-9b8c-c3a39b3e1079" providerId="ADAL" clId="{1346729F-4655-4A3C-8D45-942814240B19}" dt="2023-05-24T16:00:50.582" v="6602" actId="478"/>
          <ac:spMkLst>
            <pc:docMk/>
            <pc:sldMk cId="2767309867" sldId="293"/>
            <ac:spMk id="38" creationId="{BE14C3C8-CE39-133E-31F8-E2A69DFA914D}"/>
          </ac:spMkLst>
        </pc:spChg>
        <pc:spChg chg="add del mod">
          <ac:chgData name="Quách Minh Triết" userId="c253b69d-aac8-4025-9b8c-c3a39b3e1079" providerId="ADAL" clId="{1346729F-4655-4A3C-8D45-942814240B19}" dt="2023-05-24T16:01:02.439" v="6607" actId="478"/>
          <ac:spMkLst>
            <pc:docMk/>
            <pc:sldMk cId="2767309867" sldId="293"/>
            <ac:spMk id="40" creationId="{241AA19D-BAF4-B83A-0410-DC2E76FBCE0E}"/>
          </ac:spMkLst>
        </pc:spChg>
        <pc:spChg chg="add mod">
          <ac:chgData name="Quách Minh Triết" userId="c253b69d-aac8-4025-9b8c-c3a39b3e1079" providerId="ADAL" clId="{1346729F-4655-4A3C-8D45-942814240B19}" dt="2023-05-24T16:08:59.222" v="6648" actId="14100"/>
          <ac:spMkLst>
            <pc:docMk/>
            <pc:sldMk cId="2767309867" sldId="293"/>
            <ac:spMk id="41" creationId="{7417624E-41EB-5BAC-A952-91E03C101725}"/>
          </ac:spMkLst>
        </pc:spChg>
        <pc:spChg chg="add del mod">
          <ac:chgData name="Quách Minh Triết" userId="c253b69d-aac8-4025-9b8c-c3a39b3e1079" providerId="ADAL" clId="{1346729F-4655-4A3C-8D45-942814240B19}" dt="2023-05-24T16:01:47.241" v="6613" actId="478"/>
          <ac:spMkLst>
            <pc:docMk/>
            <pc:sldMk cId="2767309867" sldId="293"/>
            <ac:spMk id="42" creationId="{32910181-3846-4490-0152-B1590B8A57CC}"/>
          </ac:spMkLst>
        </pc:spChg>
        <pc:spChg chg="add del mod">
          <ac:chgData name="Quách Minh Triết" userId="c253b69d-aac8-4025-9b8c-c3a39b3e1079" providerId="ADAL" clId="{1346729F-4655-4A3C-8D45-942814240B19}" dt="2023-05-24T16:07:15.165" v="6631" actId="478"/>
          <ac:spMkLst>
            <pc:docMk/>
            <pc:sldMk cId="2767309867" sldId="293"/>
            <ac:spMk id="43" creationId="{864AA9FF-346C-6CFC-D4B0-E79E749BA615}"/>
          </ac:spMkLst>
        </pc:spChg>
        <pc:spChg chg="add mod">
          <ac:chgData name="Quách Minh Triết" userId="c253b69d-aac8-4025-9b8c-c3a39b3e1079" providerId="ADAL" clId="{1346729F-4655-4A3C-8D45-942814240B19}" dt="2023-05-24T16:13:53.556" v="6684" actId="1076"/>
          <ac:spMkLst>
            <pc:docMk/>
            <pc:sldMk cId="2767309867" sldId="293"/>
            <ac:spMk id="53" creationId="{61CD89E3-D5A3-22CC-AB53-74FC7C9EF74D}"/>
          </ac:spMkLst>
        </pc:spChg>
        <pc:picChg chg="del">
          <ac:chgData name="Quách Minh Triết" userId="c253b69d-aac8-4025-9b8c-c3a39b3e1079" providerId="ADAL" clId="{1346729F-4655-4A3C-8D45-942814240B19}" dt="2023-05-24T16:01:00.160" v="6606" actId="478"/>
          <ac:picMkLst>
            <pc:docMk/>
            <pc:sldMk cId="2767309867" sldId="293"/>
            <ac:picMk id="45" creationId="{BF83E8E2-2284-9684-FCF6-1A6EA943A1FB}"/>
          </ac:picMkLst>
        </pc:picChg>
        <pc:picChg chg="add mod">
          <ac:chgData name="Quách Minh Triết" userId="c253b69d-aac8-4025-9b8c-c3a39b3e1079" providerId="ADAL" clId="{1346729F-4655-4A3C-8D45-942814240B19}" dt="2023-05-24T16:13:47.949" v="6683" actId="1076"/>
          <ac:picMkLst>
            <pc:docMk/>
            <pc:sldMk cId="2767309867" sldId="293"/>
            <ac:picMk id="46" creationId="{39A3590A-4692-3E71-199C-8C950FAFD59E}"/>
          </ac:picMkLst>
        </pc:picChg>
        <pc:picChg chg="del">
          <ac:chgData name="Quách Minh Triết" userId="c253b69d-aac8-4025-9b8c-c3a39b3e1079" providerId="ADAL" clId="{1346729F-4655-4A3C-8D45-942814240B19}" dt="2023-05-24T16:01:00.160" v="6606" actId="478"/>
          <ac:picMkLst>
            <pc:docMk/>
            <pc:sldMk cId="2767309867" sldId="293"/>
            <ac:picMk id="48" creationId="{B0AC71BE-6C36-5953-EF84-04DB27D399EF}"/>
          </ac:picMkLst>
        </pc:picChg>
        <pc:picChg chg="add del mod">
          <ac:chgData name="Quách Minh Triết" userId="c253b69d-aac8-4025-9b8c-c3a39b3e1079" providerId="ADAL" clId="{1346729F-4655-4A3C-8D45-942814240B19}" dt="2023-05-24T16:09:59.843" v="6657" actId="478"/>
          <ac:picMkLst>
            <pc:docMk/>
            <pc:sldMk cId="2767309867" sldId="293"/>
            <ac:picMk id="49" creationId="{2A191B17-6FD6-7206-93D7-540E02A7ECC4}"/>
          </ac:picMkLst>
        </pc:picChg>
        <pc:picChg chg="del">
          <ac:chgData name="Quách Minh Triết" userId="c253b69d-aac8-4025-9b8c-c3a39b3e1079" providerId="ADAL" clId="{1346729F-4655-4A3C-8D45-942814240B19}" dt="2023-05-24T16:01:00.160" v="6606" actId="478"/>
          <ac:picMkLst>
            <pc:docMk/>
            <pc:sldMk cId="2767309867" sldId="293"/>
            <ac:picMk id="51" creationId="{E67A1306-8387-8408-FEAF-520A43BB1D8D}"/>
          </ac:picMkLst>
        </pc:picChg>
        <pc:picChg chg="add mod">
          <ac:chgData name="Quách Minh Triết" userId="c253b69d-aac8-4025-9b8c-c3a39b3e1079" providerId="ADAL" clId="{1346729F-4655-4A3C-8D45-942814240B19}" dt="2023-05-24T16:13:46.143" v="6682" actId="1076"/>
          <ac:picMkLst>
            <pc:docMk/>
            <pc:sldMk cId="2767309867" sldId="293"/>
            <ac:picMk id="52" creationId="{626338A0-6754-386A-051F-FA9A43AD3E24}"/>
          </ac:picMkLst>
        </pc:picChg>
        <pc:picChg chg="del">
          <ac:chgData name="Quách Minh Triết" userId="c253b69d-aac8-4025-9b8c-c3a39b3e1079" providerId="ADAL" clId="{1346729F-4655-4A3C-8D45-942814240B19}" dt="2023-05-24T16:01:00.160" v="6606" actId="478"/>
          <ac:picMkLst>
            <pc:docMk/>
            <pc:sldMk cId="2767309867" sldId="293"/>
            <ac:picMk id="58" creationId="{A5E932A8-FB95-D4B9-7C31-E32737B02106}"/>
          </ac:picMkLst>
        </pc:picChg>
      </pc:sldChg>
      <pc:sldChg chg="addSp delSp modSp add del mod modClrScheme chgLayout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469541335" sldId="294"/>
        </pc:sldMkLst>
        <pc:spChg chg="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2" creationId="{6C47DC31-1488-8091-935A-1B03A14A5CD8}"/>
          </ac:spMkLst>
        </pc:spChg>
        <pc:spChg chg="mod ord">
          <ac:chgData name="Quách Minh Triết" userId="c253b69d-aac8-4025-9b8c-c3a39b3e1079" providerId="ADAL" clId="{1346729F-4655-4A3C-8D45-942814240B19}" dt="2023-05-24T15:51:15.337" v="6581" actId="27636"/>
          <ac:spMkLst>
            <pc:docMk/>
            <pc:sldMk cId="1469541335" sldId="294"/>
            <ac:spMk id="3" creationId="{62F50689-D84C-7977-0A2B-2F0FFFB2014E}"/>
          </ac:spMkLst>
        </pc:spChg>
        <pc:spChg chg="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4" creationId="{45A9ECAA-48CB-8CE7-4844-AA2C77D9E359}"/>
          </ac:spMkLst>
        </pc:spChg>
        <pc:spChg chg="mod ord">
          <ac:chgData name="Quách Minh Triết" userId="c253b69d-aac8-4025-9b8c-c3a39b3e1079" providerId="ADAL" clId="{1346729F-4655-4A3C-8D45-942814240B19}" dt="2023-05-24T15:51:15.337" v="6582" actId="27636"/>
          <ac:spMkLst>
            <pc:docMk/>
            <pc:sldMk cId="1469541335" sldId="294"/>
            <ac:spMk id="5" creationId="{E7B10A79-E2EE-5230-2C2A-E6884B5125B1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6" creationId="{D28C4F06-45C6-C143-DBD6-F14850ADE93F}"/>
          </ac:spMkLst>
        </pc:spChg>
        <pc:spChg chg="mod ord">
          <ac:chgData name="Quách Minh Triết" userId="c253b69d-aac8-4025-9b8c-c3a39b3e1079" providerId="ADAL" clId="{1346729F-4655-4A3C-8D45-942814240B19}" dt="2023-05-24T15:51:15.321" v="6580" actId="27636"/>
          <ac:spMkLst>
            <pc:docMk/>
            <pc:sldMk cId="1469541335" sldId="294"/>
            <ac:spMk id="7" creationId="{BD1C6792-93C5-DED1-0872-50E165128229}"/>
          </ac:spMkLst>
        </pc:spChg>
        <pc:spChg chg="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8" creationId="{3B8B492D-0778-C859-9200-08161ABEBFE5}"/>
          </ac:spMkLst>
        </pc:spChg>
        <pc:spChg chg="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9" creationId="{B1185DEE-1419-7DB6-949B-929195894BC8}"/>
          </ac:spMkLst>
        </pc:spChg>
        <pc:spChg chg="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10" creationId="{A9210D02-BD78-856B-08E2-820032AC6B71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1" creationId="{E9AB9115-890D-43A6-9DD3-D27937C132B8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2" creationId="{9C059390-96AF-F3FC-AD7B-DDF0074FA259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3" creationId="{A77731DA-3DB0-1942-F5FE-6987AF095C3C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4" creationId="{B4A6E1AB-DCC4-08A6-A452-19879319A7BC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5" creationId="{B088B0C7-3981-986D-E4CE-26DC71761D6C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6" creationId="{3729F53B-EE5F-DC55-FF0C-74D516BBD523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7" creationId="{ADA175C8-ED08-8722-DACA-DCF7C40DE244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8" creationId="{94FD2205-760D-7E24-AE58-1B985E347ABA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19" creationId="{6B573921-1E44-BC6A-F5EF-855CC3708CB7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0" creationId="{2EDC8C64-B368-1BF7-E961-0816250CA424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1" creationId="{FBCAB2FE-ED38-EDB0-5005-830086426C6D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2" creationId="{E25EE2AC-7F71-4406-E7BE-BE2E7E14F3D3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3" creationId="{6D6CF58F-E674-0328-A152-64FF709E4442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4" creationId="{5ED4106F-B8D7-8D45-A7B2-60B560A02465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5" creationId="{F59D4528-1747-38E6-8AE2-99787606EDCC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6" creationId="{6891883B-B82E-3B5D-0B26-57538AB035E1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7" creationId="{11CA42E2-4213-F2CA-8687-9A6DE3B60000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8" creationId="{9EC82CBF-A36E-EB2A-68B5-05F5E6CD65E7}"/>
          </ac:spMkLst>
        </pc:spChg>
        <pc:spChg chg="add del mod ord">
          <ac:chgData name="Quách Minh Triết" userId="c253b69d-aac8-4025-9b8c-c3a39b3e1079" providerId="ADAL" clId="{1346729F-4655-4A3C-8D45-942814240B19}" dt="2023-05-24T15:48:16.055" v="6513" actId="700"/>
          <ac:spMkLst>
            <pc:docMk/>
            <pc:sldMk cId="1469541335" sldId="294"/>
            <ac:spMk id="29" creationId="{AB1B9E20-AED9-E8DB-8419-2B6A3E11580B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0" creationId="{579E83DF-0D57-FB67-688D-51C09C9A5932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1" creationId="{E52666F1-342F-76AE-6268-7AAE3E2C628E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2" creationId="{4D1FAC48-C7EC-F44A-1D71-69D2F5C4050A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3" creationId="{FB587884-3425-B1C0-C9BB-290217D89891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4" creationId="{D155D738-2586-A900-534E-61F27E03AF7C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5" creationId="{C38FD68C-40C7-3B2E-8A12-018CB5734DED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6" creationId="{C773BB67-F89E-94C6-A769-0D2CC4AEC28D}"/>
          </ac:spMkLst>
        </pc:spChg>
        <pc:spChg chg="add del mod ord">
          <ac:chgData name="Quách Minh Triết" userId="c253b69d-aac8-4025-9b8c-c3a39b3e1079" providerId="ADAL" clId="{1346729F-4655-4A3C-8D45-942814240B19}" dt="2023-05-24T15:51:15.290" v="6579" actId="700"/>
          <ac:spMkLst>
            <pc:docMk/>
            <pc:sldMk cId="1469541335" sldId="294"/>
            <ac:spMk id="37" creationId="{01B7FE05-4071-58A8-EE6B-B0C71E1E6559}"/>
          </ac:spMkLst>
        </pc:spChg>
      </pc:sldChg>
      <pc:sldChg chg="add 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464205343" sldId="295"/>
        </pc:sldMkLst>
      </pc:sldChg>
      <pc:sldChg chg="add 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3971432952" sldId="296"/>
        </pc:sldMkLst>
      </pc:sldChg>
      <pc:sldChg chg="add 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1672246078" sldId="297"/>
        </pc:sldMkLst>
      </pc:sldChg>
      <pc:sldChg chg="addSp delSp modSp add del mod">
        <pc:chgData name="Quách Minh Triết" userId="c253b69d-aac8-4025-9b8c-c3a39b3e1079" providerId="ADAL" clId="{1346729F-4655-4A3C-8D45-942814240B19}" dt="2023-05-24T09:44:45.671" v="5577" actId="47"/>
        <pc:sldMkLst>
          <pc:docMk/>
          <pc:sldMk cId="2144188859" sldId="298"/>
        </pc:sldMkLst>
        <pc:spChg chg="mod">
          <ac:chgData name="Quách Minh Triết" userId="c253b69d-aac8-4025-9b8c-c3a39b3e1079" providerId="ADAL" clId="{1346729F-4655-4A3C-8D45-942814240B19}" dt="2023-05-24T08:58:17.376" v="5537" actId="947"/>
          <ac:spMkLst>
            <pc:docMk/>
            <pc:sldMk cId="2144188859" sldId="298"/>
            <ac:spMk id="13" creationId="{1B9914FB-2D43-7F81-4024-A38B69D1944C}"/>
          </ac:spMkLst>
        </pc:spChg>
        <pc:picChg chg="add mod">
          <ac:chgData name="Quách Minh Triết" userId="c253b69d-aac8-4025-9b8c-c3a39b3e1079" providerId="ADAL" clId="{1346729F-4655-4A3C-8D45-942814240B19}" dt="2023-05-24T09:42:00.186" v="5551" actId="14100"/>
          <ac:picMkLst>
            <pc:docMk/>
            <pc:sldMk cId="2144188859" sldId="298"/>
            <ac:picMk id="5" creationId="{CA735B05-7542-3088-DB5F-A5CE7D173E09}"/>
          </ac:picMkLst>
        </pc:picChg>
        <pc:picChg chg="add mod">
          <ac:chgData name="Quách Minh Triết" userId="c253b69d-aac8-4025-9b8c-c3a39b3e1079" providerId="ADAL" clId="{1346729F-4655-4A3C-8D45-942814240B19}" dt="2023-05-24T09:42:04.414" v="5554" actId="1076"/>
          <ac:picMkLst>
            <pc:docMk/>
            <pc:sldMk cId="2144188859" sldId="298"/>
            <ac:picMk id="11" creationId="{B571484F-CA4F-08B8-57DC-38B1C67A0643}"/>
          </ac:picMkLst>
        </pc:picChg>
        <pc:picChg chg="del">
          <ac:chgData name="Quách Minh Triết" userId="c253b69d-aac8-4025-9b8c-c3a39b3e1079" providerId="ADAL" clId="{1346729F-4655-4A3C-8D45-942814240B19}" dt="2023-05-24T09:08:06.894" v="5538" actId="478"/>
          <ac:picMkLst>
            <pc:docMk/>
            <pc:sldMk cId="2144188859" sldId="298"/>
            <ac:picMk id="19" creationId="{73BD11E0-09C0-7F7C-FF19-D2C051CD99BD}"/>
          </ac:picMkLst>
        </pc:picChg>
        <pc:picChg chg="del">
          <ac:chgData name="Quách Minh Triết" userId="c253b69d-aac8-4025-9b8c-c3a39b3e1079" providerId="ADAL" clId="{1346729F-4655-4A3C-8D45-942814240B19}" dt="2023-05-24T09:08:08.823" v="5539" actId="478"/>
          <ac:picMkLst>
            <pc:docMk/>
            <pc:sldMk cId="2144188859" sldId="298"/>
            <ac:picMk id="21" creationId="{CC824B31-5556-C648-E65E-AAB879A95A0F}"/>
          </ac:picMkLst>
        </pc:picChg>
      </pc:sldChg>
      <pc:sldChg chg="addSp delSp modSp add mod ord">
        <pc:chgData name="Quách Minh Triết" userId="c253b69d-aac8-4025-9b8c-c3a39b3e1079" providerId="ADAL" clId="{1346729F-4655-4A3C-8D45-942814240B19}" dt="2023-05-25T08:28:21.624" v="7558" actId="20577"/>
        <pc:sldMkLst>
          <pc:docMk/>
          <pc:sldMk cId="2566956001" sldId="299"/>
        </pc:sldMkLst>
        <pc:spChg chg="mod">
          <ac:chgData name="Quách Minh Triết" userId="c253b69d-aac8-4025-9b8c-c3a39b3e1079" providerId="ADAL" clId="{1346729F-4655-4A3C-8D45-942814240B19}" dt="2023-05-24T09:46:47.594" v="5637" actId="20577"/>
          <ac:spMkLst>
            <pc:docMk/>
            <pc:sldMk cId="2566956001" sldId="299"/>
            <ac:spMk id="4" creationId="{45A9ECAA-48CB-8CE7-4844-AA2C77D9E359}"/>
          </ac:spMkLst>
        </pc:spChg>
        <pc:spChg chg="mod">
          <ac:chgData name="Quách Minh Triết" userId="c253b69d-aac8-4025-9b8c-c3a39b3e1079" providerId="ADAL" clId="{1346729F-4655-4A3C-8D45-942814240B19}" dt="2023-05-25T08:28:21.624" v="7558" actId="20577"/>
          <ac:spMkLst>
            <pc:docMk/>
            <pc:sldMk cId="2566956001" sldId="299"/>
            <ac:spMk id="7" creationId="{BD1C6792-93C5-DED1-0872-50E165128229}"/>
          </ac:spMkLst>
        </pc:spChg>
        <pc:spChg chg="mod">
          <ac:chgData name="Quách Minh Triết" userId="c253b69d-aac8-4025-9b8c-c3a39b3e1079" providerId="ADAL" clId="{1346729F-4655-4A3C-8D45-942814240B19}" dt="2023-05-24T15:37:15.362" v="6461" actId="113"/>
          <ac:spMkLst>
            <pc:docMk/>
            <pc:sldMk cId="2566956001" sldId="299"/>
            <ac:spMk id="13" creationId="{1B9914FB-2D43-7F81-4024-A38B69D1944C}"/>
          </ac:spMkLst>
        </pc:spChg>
        <pc:picChg chg="add mod">
          <ac:chgData name="Quách Minh Triết" userId="c253b69d-aac8-4025-9b8c-c3a39b3e1079" providerId="ADAL" clId="{1346729F-4655-4A3C-8D45-942814240B19}" dt="2023-05-24T09:43:17.074" v="5561" actId="14100"/>
          <ac:picMkLst>
            <pc:docMk/>
            <pc:sldMk cId="2566956001" sldId="299"/>
            <ac:picMk id="5" creationId="{4585143F-732C-1412-F569-D758FC60BA49}"/>
          </ac:picMkLst>
        </pc:picChg>
        <pc:picChg chg="add mod">
          <ac:chgData name="Quách Minh Triết" userId="c253b69d-aac8-4025-9b8c-c3a39b3e1079" providerId="ADAL" clId="{1346729F-4655-4A3C-8D45-942814240B19}" dt="2023-05-24T09:43:49.048" v="5567" actId="1076"/>
          <ac:picMkLst>
            <pc:docMk/>
            <pc:sldMk cId="2566956001" sldId="299"/>
            <ac:picMk id="6" creationId="{F195B7D9-2140-828F-3F65-661DF15B48A2}"/>
          </ac:picMkLst>
        </pc:picChg>
        <pc:picChg chg="del">
          <ac:chgData name="Quách Minh Triết" userId="c253b69d-aac8-4025-9b8c-c3a39b3e1079" providerId="ADAL" clId="{1346729F-4655-4A3C-8D45-942814240B19}" dt="2023-05-24T09:43:01.024" v="5558" actId="478"/>
          <ac:picMkLst>
            <pc:docMk/>
            <pc:sldMk cId="2566956001" sldId="299"/>
            <ac:picMk id="19" creationId="{73BD11E0-09C0-7F7C-FF19-D2C051CD99BD}"/>
          </ac:picMkLst>
        </pc:picChg>
        <pc:picChg chg="del">
          <ac:chgData name="Quách Minh Triết" userId="c253b69d-aac8-4025-9b8c-c3a39b3e1079" providerId="ADAL" clId="{1346729F-4655-4A3C-8D45-942814240B19}" dt="2023-05-24T09:43:23.565" v="5562" actId="478"/>
          <ac:picMkLst>
            <pc:docMk/>
            <pc:sldMk cId="2566956001" sldId="299"/>
            <ac:picMk id="21" creationId="{CC824B31-5556-C648-E65E-AAB879A95A0F}"/>
          </ac:picMkLst>
        </pc:picChg>
      </pc:sldChg>
      <pc:sldChg chg="addSp delSp modSp add mod ord">
        <pc:chgData name="Quách Minh Triết" userId="c253b69d-aac8-4025-9b8c-c3a39b3e1079" providerId="ADAL" clId="{1346729F-4655-4A3C-8D45-942814240B19}" dt="2023-05-24T15:37:20.928" v="6462" actId="113"/>
        <pc:sldMkLst>
          <pc:docMk/>
          <pc:sldMk cId="61015213" sldId="300"/>
        </pc:sldMkLst>
        <pc:spChg chg="mod">
          <ac:chgData name="Quách Minh Triết" userId="c253b69d-aac8-4025-9b8c-c3a39b3e1079" providerId="ADAL" clId="{1346729F-4655-4A3C-8D45-942814240B19}" dt="2023-05-24T09:46:42.475" v="5636" actId="20577"/>
          <ac:spMkLst>
            <pc:docMk/>
            <pc:sldMk cId="61015213" sldId="300"/>
            <ac:spMk id="4" creationId="{45A9ECAA-48CB-8CE7-4844-AA2C77D9E359}"/>
          </ac:spMkLst>
        </pc:spChg>
        <pc:spChg chg="mod">
          <ac:chgData name="Quách Minh Triết" userId="c253b69d-aac8-4025-9b8c-c3a39b3e1079" providerId="ADAL" clId="{1346729F-4655-4A3C-8D45-942814240B19}" dt="2023-05-24T09:53:24.878" v="5656" actId="20577"/>
          <ac:spMkLst>
            <pc:docMk/>
            <pc:sldMk cId="61015213" sldId="300"/>
            <ac:spMk id="7" creationId="{BD1C6792-93C5-DED1-0872-50E165128229}"/>
          </ac:spMkLst>
        </pc:spChg>
        <pc:spChg chg="mod">
          <ac:chgData name="Quách Minh Triết" userId="c253b69d-aac8-4025-9b8c-c3a39b3e1079" providerId="ADAL" clId="{1346729F-4655-4A3C-8D45-942814240B19}" dt="2023-05-24T15:37:20.928" v="6462" actId="113"/>
          <ac:spMkLst>
            <pc:docMk/>
            <pc:sldMk cId="61015213" sldId="300"/>
            <ac:spMk id="13" creationId="{1B9914FB-2D43-7F81-4024-A38B69D1944C}"/>
          </ac:spMkLst>
        </pc:spChg>
        <pc:picChg chg="add mod">
          <ac:chgData name="Quách Minh Triết" userId="c253b69d-aac8-4025-9b8c-c3a39b3e1079" providerId="ADAL" clId="{1346729F-4655-4A3C-8D45-942814240B19}" dt="2023-05-24T09:52:11.021" v="5645" actId="14100"/>
          <ac:picMkLst>
            <pc:docMk/>
            <pc:sldMk cId="61015213" sldId="300"/>
            <ac:picMk id="6" creationId="{29F476CB-CF9D-9CF6-A635-CE721A100E54}"/>
          </ac:picMkLst>
        </pc:picChg>
        <pc:picChg chg="add mod">
          <ac:chgData name="Quách Minh Triết" userId="c253b69d-aac8-4025-9b8c-c3a39b3e1079" providerId="ADAL" clId="{1346729F-4655-4A3C-8D45-942814240B19}" dt="2023-05-24T09:52:43.013" v="5653" actId="1076"/>
          <ac:picMkLst>
            <pc:docMk/>
            <pc:sldMk cId="61015213" sldId="300"/>
            <ac:picMk id="12" creationId="{FDB68244-CF83-7EF9-0BAF-C8AEF29FB8C2}"/>
          </ac:picMkLst>
        </pc:picChg>
        <pc:picChg chg="del">
          <ac:chgData name="Quách Minh Triết" userId="c253b69d-aac8-4025-9b8c-c3a39b3e1079" providerId="ADAL" clId="{1346729F-4655-4A3C-8D45-942814240B19}" dt="2023-05-24T09:51:31.210" v="5639" actId="478"/>
          <ac:picMkLst>
            <pc:docMk/>
            <pc:sldMk cId="61015213" sldId="300"/>
            <ac:picMk id="19" creationId="{73BD11E0-09C0-7F7C-FF19-D2C051CD99BD}"/>
          </ac:picMkLst>
        </pc:picChg>
        <pc:picChg chg="del">
          <ac:chgData name="Quách Minh Triết" userId="c253b69d-aac8-4025-9b8c-c3a39b3e1079" providerId="ADAL" clId="{1346729F-4655-4A3C-8D45-942814240B19}" dt="2023-05-24T09:52:14.542" v="5646" actId="478"/>
          <ac:picMkLst>
            <pc:docMk/>
            <pc:sldMk cId="61015213" sldId="300"/>
            <ac:picMk id="21" creationId="{CC824B31-5556-C648-E65E-AAB879A95A0F}"/>
          </ac:picMkLst>
        </pc:picChg>
      </pc:sldChg>
      <pc:sldChg chg="addSp delSp modSp add mod">
        <pc:chgData name="Quách Minh Triết" userId="c253b69d-aac8-4025-9b8c-c3a39b3e1079" providerId="ADAL" clId="{1346729F-4655-4A3C-8D45-942814240B19}" dt="2023-05-25T08:27:10.032" v="7544" actId="123"/>
        <pc:sldMkLst>
          <pc:docMk/>
          <pc:sldMk cId="4177977607" sldId="301"/>
        </pc:sldMkLst>
        <pc:spChg chg="mod">
          <ac:chgData name="Quách Minh Triết" userId="c253b69d-aac8-4025-9b8c-c3a39b3e1079" providerId="ADAL" clId="{1346729F-4655-4A3C-8D45-942814240B19}" dt="2023-05-25T08:27:10.032" v="7544" actId="123"/>
          <ac:spMkLst>
            <pc:docMk/>
            <pc:sldMk cId="4177977607" sldId="301"/>
            <ac:spMk id="7" creationId="{BD1C6792-93C5-DED1-0872-50E165128229}"/>
          </ac:spMkLst>
        </pc:spChg>
        <pc:spChg chg="mod">
          <ac:chgData name="Quách Minh Triết" userId="c253b69d-aac8-4025-9b8c-c3a39b3e1079" providerId="ADAL" clId="{1346729F-4655-4A3C-8D45-942814240B19}" dt="2023-05-24T15:37:28.045" v="6463" actId="113"/>
          <ac:spMkLst>
            <pc:docMk/>
            <pc:sldMk cId="4177977607" sldId="301"/>
            <ac:spMk id="13" creationId="{1B9914FB-2D43-7F81-4024-A38B69D1944C}"/>
          </ac:spMkLst>
        </pc:spChg>
        <pc:picChg chg="del">
          <ac:chgData name="Quách Minh Triết" userId="c253b69d-aac8-4025-9b8c-c3a39b3e1079" providerId="ADAL" clId="{1346729F-4655-4A3C-8D45-942814240B19}" dt="2023-05-24T14:33:46.494" v="5665" actId="478"/>
          <ac:picMkLst>
            <pc:docMk/>
            <pc:sldMk cId="4177977607" sldId="301"/>
            <ac:picMk id="6" creationId="{29F476CB-CF9D-9CF6-A635-CE721A100E54}"/>
          </ac:picMkLst>
        </pc:picChg>
        <pc:picChg chg="add mod">
          <ac:chgData name="Quách Minh Triết" userId="c253b69d-aac8-4025-9b8c-c3a39b3e1079" providerId="ADAL" clId="{1346729F-4655-4A3C-8D45-942814240B19}" dt="2023-05-24T14:34:15.509" v="5671" actId="14100"/>
          <ac:picMkLst>
            <pc:docMk/>
            <pc:sldMk cId="4177977607" sldId="301"/>
            <ac:picMk id="11" creationId="{ED46993D-E261-453D-74DB-3AC6342AEFC6}"/>
          </ac:picMkLst>
        </pc:picChg>
        <pc:picChg chg="del">
          <ac:chgData name="Quách Minh Triết" userId="c253b69d-aac8-4025-9b8c-c3a39b3e1079" providerId="ADAL" clId="{1346729F-4655-4A3C-8D45-942814240B19}" dt="2023-05-24T14:34:21.535" v="5672" actId="478"/>
          <ac:picMkLst>
            <pc:docMk/>
            <pc:sldMk cId="4177977607" sldId="301"/>
            <ac:picMk id="12" creationId="{FDB68244-CF83-7EF9-0BAF-C8AEF29FB8C2}"/>
          </ac:picMkLst>
        </pc:picChg>
        <pc:picChg chg="add mod">
          <ac:chgData name="Quách Minh Triết" userId="c253b69d-aac8-4025-9b8c-c3a39b3e1079" providerId="ADAL" clId="{1346729F-4655-4A3C-8D45-942814240B19}" dt="2023-05-24T14:37:04.396" v="5678" actId="1076"/>
          <ac:picMkLst>
            <pc:docMk/>
            <pc:sldMk cId="4177977607" sldId="301"/>
            <ac:picMk id="15" creationId="{2C217C79-FF06-AD49-EEE6-E50CC73F6C2B}"/>
          </ac:picMkLst>
        </pc:picChg>
      </pc:sldChg>
      <pc:sldChg chg="addSp delSp modSp add mod ord">
        <pc:chgData name="Quách Minh Triết" userId="c253b69d-aac8-4025-9b8c-c3a39b3e1079" providerId="ADAL" clId="{1346729F-4655-4A3C-8D45-942814240B19}" dt="2023-06-08T16:20:39.422" v="9746" actId="1076"/>
        <pc:sldMkLst>
          <pc:docMk/>
          <pc:sldMk cId="718193171" sldId="302"/>
        </pc:sldMkLst>
        <pc:spChg chg="mod">
          <ac:chgData name="Quách Minh Triết" userId="c253b69d-aac8-4025-9b8c-c3a39b3e1079" providerId="ADAL" clId="{1346729F-4655-4A3C-8D45-942814240B19}" dt="2023-06-08T16:20:39.422" v="9746" actId="1076"/>
          <ac:spMkLst>
            <pc:docMk/>
            <pc:sldMk cId="718193171" sldId="302"/>
            <ac:spMk id="2" creationId="{6C47DC31-1488-8091-935A-1B03A14A5CD8}"/>
          </ac:spMkLst>
        </pc:spChg>
        <pc:spChg chg="mod">
          <ac:chgData name="Quách Minh Triết" userId="c253b69d-aac8-4025-9b8c-c3a39b3e1079" providerId="ADAL" clId="{1346729F-4655-4A3C-8D45-942814240B19}" dt="2023-05-24T15:30:29.266" v="6400" actId="14100"/>
          <ac:spMkLst>
            <pc:docMk/>
            <pc:sldMk cId="718193171" sldId="302"/>
            <ac:spMk id="3" creationId="{62F50689-D84C-7977-0A2B-2F0FFFB2014E}"/>
          </ac:spMkLst>
        </pc:spChg>
        <pc:spChg chg="del">
          <ac:chgData name="Quách Minh Triết" userId="c253b69d-aac8-4025-9b8c-c3a39b3e1079" providerId="ADAL" clId="{1346729F-4655-4A3C-8D45-942814240B19}" dt="2023-05-24T15:16:23.031" v="5845" actId="478"/>
          <ac:spMkLst>
            <pc:docMk/>
            <pc:sldMk cId="718193171" sldId="302"/>
            <ac:spMk id="4" creationId="{45A9ECAA-48CB-8CE7-4844-AA2C77D9E359}"/>
          </ac:spMkLst>
        </pc:spChg>
        <pc:spChg chg="del">
          <ac:chgData name="Quách Minh Triết" userId="c253b69d-aac8-4025-9b8c-c3a39b3e1079" providerId="ADAL" clId="{1346729F-4655-4A3C-8D45-942814240B19}" dt="2023-05-24T15:19:43.232" v="5851" actId="478"/>
          <ac:spMkLst>
            <pc:docMk/>
            <pc:sldMk cId="718193171" sldId="302"/>
            <ac:spMk id="7" creationId="{BD1C6792-93C5-DED1-0872-50E165128229}"/>
          </ac:spMkLst>
        </pc:spChg>
        <pc:spChg chg="add del mod">
          <ac:chgData name="Quách Minh Triết" userId="c253b69d-aac8-4025-9b8c-c3a39b3e1079" providerId="ADAL" clId="{1346729F-4655-4A3C-8D45-942814240B19}" dt="2023-05-24T15:16:26.362" v="5846" actId="478"/>
          <ac:spMkLst>
            <pc:docMk/>
            <pc:sldMk cId="718193171" sldId="302"/>
            <ac:spMk id="11" creationId="{B84AB9A6-6A59-4346-4329-B3CC3FCA7792}"/>
          </ac:spMkLst>
        </pc:spChg>
        <pc:spChg chg="del">
          <ac:chgData name="Quách Minh Triết" userId="c253b69d-aac8-4025-9b8c-c3a39b3e1079" providerId="ADAL" clId="{1346729F-4655-4A3C-8D45-942814240B19}" dt="2023-05-24T15:16:19.819" v="5844" actId="478"/>
          <ac:spMkLst>
            <pc:docMk/>
            <pc:sldMk cId="718193171" sldId="302"/>
            <ac:spMk id="13" creationId="{1B9914FB-2D43-7F81-4024-A38B69D1944C}"/>
          </ac:spMkLst>
        </pc:spChg>
        <pc:spChg chg="add del mod">
          <ac:chgData name="Quách Minh Triết" userId="c253b69d-aac8-4025-9b8c-c3a39b3e1079" providerId="ADAL" clId="{1346729F-4655-4A3C-8D45-942814240B19}" dt="2023-05-24T15:19:46.989" v="5852" actId="478"/>
          <ac:spMkLst>
            <pc:docMk/>
            <pc:sldMk cId="718193171" sldId="302"/>
            <ac:spMk id="17" creationId="{6493FC60-C6D5-DAB6-CF5F-0C03FF8F3676}"/>
          </ac:spMkLst>
        </pc:spChg>
        <pc:spChg chg="add mod">
          <ac:chgData name="Quách Minh Triết" userId="c253b69d-aac8-4025-9b8c-c3a39b3e1079" providerId="ADAL" clId="{1346729F-4655-4A3C-8D45-942814240B19}" dt="2023-05-25T08:28:40.421" v="7562" actId="20577"/>
          <ac:spMkLst>
            <pc:docMk/>
            <pc:sldMk cId="718193171" sldId="302"/>
            <ac:spMk id="20" creationId="{4D129A39-212B-E29B-D097-1700CBF0F796}"/>
          </ac:spMkLst>
        </pc:spChg>
        <pc:spChg chg="add mod">
          <ac:chgData name="Quách Minh Triết" userId="c253b69d-aac8-4025-9b8c-c3a39b3e1079" providerId="ADAL" clId="{1346729F-4655-4A3C-8D45-942814240B19}" dt="2023-05-24T15:29:52.961" v="6396" actId="1076"/>
          <ac:spMkLst>
            <pc:docMk/>
            <pc:sldMk cId="718193171" sldId="302"/>
            <ac:spMk id="21" creationId="{BE363DD1-FDD7-4FD0-7BCA-4629FA05180B}"/>
          </ac:spMkLst>
        </pc:spChg>
        <pc:spChg chg="add mod">
          <ac:chgData name="Quách Minh Triết" userId="c253b69d-aac8-4025-9b8c-c3a39b3e1079" providerId="ADAL" clId="{1346729F-4655-4A3C-8D45-942814240B19}" dt="2023-05-24T15:30:11.357" v="6398" actId="1076"/>
          <ac:spMkLst>
            <pc:docMk/>
            <pc:sldMk cId="718193171" sldId="302"/>
            <ac:spMk id="22" creationId="{C65A0C45-E315-CEDB-BA46-09BD70EDA366}"/>
          </ac:spMkLst>
        </pc:spChg>
        <pc:picChg chg="del">
          <ac:chgData name="Quách Minh Triết" userId="c253b69d-aac8-4025-9b8c-c3a39b3e1079" providerId="ADAL" clId="{1346729F-4655-4A3C-8D45-942814240B19}" dt="2023-05-24T15:16:15.090" v="5842" actId="478"/>
          <ac:picMkLst>
            <pc:docMk/>
            <pc:sldMk cId="718193171" sldId="302"/>
            <ac:picMk id="6" creationId="{29F476CB-CF9D-9CF6-A635-CE721A100E54}"/>
          </ac:picMkLst>
        </pc:picChg>
        <pc:picChg chg="del">
          <ac:chgData name="Quách Minh Triết" userId="c253b69d-aac8-4025-9b8c-c3a39b3e1079" providerId="ADAL" clId="{1346729F-4655-4A3C-8D45-942814240B19}" dt="2023-05-24T15:16:16.759" v="5843" actId="478"/>
          <ac:picMkLst>
            <pc:docMk/>
            <pc:sldMk cId="718193171" sldId="302"/>
            <ac:picMk id="12" creationId="{FDB68244-CF83-7EF9-0BAF-C8AEF29FB8C2}"/>
          </ac:picMkLst>
        </pc:picChg>
        <pc:picChg chg="add mod">
          <ac:chgData name="Quách Minh Triết" userId="c253b69d-aac8-4025-9b8c-c3a39b3e1079" providerId="ADAL" clId="{1346729F-4655-4A3C-8D45-942814240B19}" dt="2023-05-24T15:30:03.529" v="6397" actId="1076"/>
          <ac:picMkLst>
            <pc:docMk/>
            <pc:sldMk cId="718193171" sldId="302"/>
            <ac:picMk id="15" creationId="{1E26014B-9441-6AD3-A52C-832EAA9F8C40}"/>
          </ac:picMkLst>
        </pc:picChg>
        <pc:picChg chg="add mod">
          <ac:chgData name="Quách Minh Triết" userId="c253b69d-aac8-4025-9b8c-c3a39b3e1079" providerId="ADAL" clId="{1346729F-4655-4A3C-8D45-942814240B19}" dt="2023-06-08T16:20:38.038" v="9745" actId="1076"/>
          <ac:picMkLst>
            <pc:docMk/>
            <pc:sldMk cId="718193171" sldId="302"/>
            <ac:picMk id="19" creationId="{71785A3F-3AE8-A1FB-6416-7D00E806C944}"/>
          </ac:picMkLst>
        </pc:picChg>
      </pc:sldChg>
      <pc:sldChg chg="addSp delSp modSp add del mod ord">
        <pc:chgData name="Quách Minh Triết" userId="c253b69d-aac8-4025-9b8c-c3a39b3e1079" providerId="ADAL" clId="{1346729F-4655-4A3C-8D45-942814240B19}" dt="2023-06-16T01:52:25.346" v="9825" actId="47"/>
        <pc:sldMkLst>
          <pc:docMk/>
          <pc:sldMk cId="2915326725" sldId="303"/>
        </pc:sldMkLst>
        <pc:spChg chg="mod">
          <ac:chgData name="Quách Minh Triết" userId="c253b69d-aac8-4025-9b8c-c3a39b3e1079" providerId="ADAL" clId="{1346729F-4655-4A3C-8D45-942814240B19}" dt="2023-05-24T15:42:17.849" v="6495" actId="1076"/>
          <ac:spMkLst>
            <pc:docMk/>
            <pc:sldMk cId="2915326725" sldId="303"/>
            <ac:spMk id="3" creationId="{62F50689-D84C-7977-0A2B-2F0FFFB2014E}"/>
          </ac:spMkLst>
        </pc:spChg>
        <pc:spChg chg="del">
          <ac:chgData name="Quách Minh Triết" userId="c253b69d-aac8-4025-9b8c-c3a39b3e1079" providerId="ADAL" clId="{1346729F-4655-4A3C-8D45-942814240B19}" dt="2023-05-24T15:40:23.821" v="6482" actId="478"/>
          <ac:spMkLst>
            <pc:docMk/>
            <pc:sldMk cId="2915326725" sldId="303"/>
            <ac:spMk id="20" creationId="{4D129A39-212B-E29B-D097-1700CBF0F796}"/>
          </ac:spMkLst>
        </pc:spChg>
        <pc:spChg chg="mod">
          <ac:chgData name="Quách Minh Triết" userId="c253b69d-aac8-4025-9b8c-c3a39b3e1079" providerId="ADAL" clId="{1346729F-4655-4A3C-8D45-942814240B19}" dt="2023-05-24T15:44:04.998" v="6504" actId="1076"/>
          <ac:spMkLst>
            <pc:docMk/>
            <pc:sldMk cId="2915326725" sldId="303"/>
            <ac:spMk id="21" creationId="{BE363DD1-FDD7-4FD0-7BCA-4629FA05180B}"/>
          </ac:spMkLst>
        </pc:spChg>
        <pc:spChg chg="mod">
          <ac:chgData name="Quách Minh Triết" userId="c253b69d-aac8-4025-9b8c-c3a39b3e1079" providerId="ADAL" clId="{1346729F-4655-4A3C-8D45-942814240B19}" dt="2023-05-24T15:43:57.681" v="6503" actId="1076"/>
          <ac:spMkLst>
            <pc:docMk/>
            <pc:sldMk cId="2915326725" sldId="303"/>
            <ac:spMk id="22" creationId="{C65A0C45-E315-CEDB-BA46-09BD70EDA366}"/>
          </ac:spMkLst>
        </pc:spChg>
        <pc:picChg chg="add mod modCrop">
          <ac:chgData name="Quách Minh Triết" userId="c253b69d-aac8-4025-9b8c-c3a39b3e1079" providerId="ADAL" clId="{1346729F-4655-4A3C-8D45-942814240B19}" dt="2023-05-24T15:43:15.198" v="6500" actId="1076"/>
          <ac:picMkLst>
            <pc:docMk/>
            <pc:sldMk cId="2915326725" sldId="303"/>
            <ac:picMk id="5" creationId="{4BE5F614-2C0B-93F0-A68E-A9E4C191956C}"/>
          </ac:picMkLst>
        </pc:picChg>
        <pc:picChg chg="add mod modCrop">
          <ac:chgData name="Quách Minh Triết" userId="c253b69d-aac8-4025-9b8c-c3a39b3e1079" providerId="ADAL" clId="{1346729F-4655-4A3C-8D45-942814240B19}" dt="2023-05-24T15:43:52.515" v="6502" actId="1076"/>
          <ac:picMkLst>
            <pc:docMk/>
            <pc:sldMk cId="2915326725" sldId="303"/>
            <ac:picMk id="7" creationId="{D3E9F419-4023-DBAE-7862-178410DF9BB5}"/>
          </ac:picMkLst>
        </pc:picChg>
        <pc:picChg chg="del">
          <ac:chgData name="Quách Minh Triết" userId="c253b69d-aac8-4025-9b8c-c3a39b3e1079" providerId="ADAL" clId="{1346729F-4655-4A3C-8D45-942814240B19}" dt="2023-05-24T15:39:35.727" v="6474" actId="478"/>
          <ac:picMkLst>
            <pc:docMk/>
            <pc:sldMk cId="2915326725" sldId="303"/>
            <ac:picMk id="15" creationId="{1E26014B-9441-6AD3-A52C-832EAA9F8C40}"/>
          </ac:picMkLst>
        </pc:picChg>
        <pc:picChg chg="del">
          <ac:chgData name="Quách Minh Triết" userId="c253b69d-aac8-4025-9b8c-c3a39b3e1079" providerId="ADAL" clId="{1346729F-4655-4A3C-8D45-942814240B19}" dt="2023-05-24T15:39:36.477" v="6475" actId="478"/>
          <ac:picMkLst>
            <pc:docMk/>
            <pc:sldMk cId="2915326725" sldId="303"/>
            <ac:picMk id="19" creationId="{71785A3F-3AE8-A1FB-6416-7D00E806C944}"/>
          </ac:picMkLst>
        </pc:picChg>
      </pc:sldChg>
      <pc:sldChg chg="addSp delSp modSp add del mod ord">
        <pc:chgData name="Quách Minh Triết" userId="c253b69d-aac8-4025-9b8c-c3a39b3e1079" providerId="ADAL" clId="{1346729F-4655-4A3C-8D45-942814240B19}" dt="2023-05-24T15:39:24.614" v="6472" actId="2696"/>
        <pc:sldMkLst>
          <pc:docMk/>
          <pc:sldMk cId="3530601283" sldId="303"/>
        </pc:sldMkLst>
        <pc:spChg chg="del">
          <ac:chgData name="Quách Minh Triết" userId="c253b69d-aac8-4025-9b8c-c3a39b3e1079" providerId="ADAL" clId="{1346729F-4655-4A3C-8D45-942814240B19}" dt="2023-05-24T15:39:06.671" v="6470" actId="478"/>
          <ac:spMkLst>
            <pc:docMk/>
            <pc:sldMk cId="3530601283" sldId="303"/>
            <ac:spMk id="4" creationId="{45A9ECAA-48CB-8CE7-4844-AA2C77D9E359}"/>
          </ac:spMkLst>
        </pc:spChg>
        <pc:spChg chg="add del mod">
          <ac:chgData name="Quách Minh Triết" userId="c253b69d-aac8-4025-9b8c-c3a39b3e1079" providerId="ADAL" clId="{1346729F-4655-4A3C-8D45-942814240B19}" dt="2023-05-24T15:39:08.234" v="6471" actId="478"/>
          <ac:spMkLst>
            <pc:docMk/>
            <pc:sldMk cId="3530601283" sldId="303"/>
            <ac:spMk id="11" creationId="{B091BECB-F123-DD2A-DB25-D43210262D26}"/>
          </ac:spMkLst>
        </pc:spChg>
        <pc:spChg chg="del">
          <ac:chgData name="Quách Minh Triết" userId="c253b69d-aac8-4025-9b8c-c3a39b3e1079" providerId="ADAL" clId="{1346729F-4655-4A3C-8D45-942814240B19}" dt="2023-05-24T15:39:04.779" v="6469" actId="478"/>
          <ac:spMkLst>
            <pc:docMk/>
            <pc:sldMk cId="3530601283" sldId="303"/>
            <ac:spMk id="13" creationId="{1B9914FB-2D43-7F81-4024-A38B69D1944C}"/>
          </ac:spMkLst>
        </pc:spChg>
        <pc:picChg chg="del">
          <ac:chgData name="Quách Minh Triết" userId="c253b69d-aac8-4025-9b8c-c3a39b3e1079" providerId="ADAL" clId="{1346729F-4655-4A3C-8D45-942814240B19}" dt="2023-05-24T15:39:00.248" v="6467" actId="478"/>
          <ac:picMkLst>
            <pc:docMk/>
            <pc:sldMk cId="3530601283" sldId="303"/>
            <ac:picMk id="6" creationId="{29F476CB-CF9D-9CF6-A635-CE721A100E54}"/>
          </ac:picMkLst>
        </pc:picChg>
        <pc:picChg chg="del">
          <ac:chgData name="Quách Minh Triết" userId="c253b69d-aac8-4025-9b8c-c3a39b3e1079" providerId="ADAL" clId="{1346729F-4655-4A3C-8D45-942814240B19}" dt="2023-05-24T15:39:00.904" v="6468" actId="478"/>
          <ac:picMkLst>
            <pc:docMk/>
            <pc:sldMk cId="3530601283" sldId="303"/>
            <ac:picMk id="12" creationId="{FDB68244-CF83-7EF9-0BAF-C8AEF29FB8C2}"/>
          </ac:picMkLst>
        </pc:picChg>
      </pc:sldChg>
      <pc:sldChg chg="add del">
        <pc:chgData name="Quách Minh Triết" userId="c253b69d-aac8-4025-9b8c-c3a39b3e1079" providerId="ADAL" clId="{1346729F-4655-4A3C-8D45-942814240B19}" dt="2023-05-24T17:03:34.670" v="7527" actId="47"/>
        <pc:sldMkLst>
          <pc:docMk/>
          <pc:sldMk cId="3530882069" sldId="304"/>
        </pc:sldMkLst>
      </pc:sldChg>
      <pc:sldChg chg="addSp delSp modSp add del mod">
        <pc:chgData name="Quách Minh Triết" userId="c253b69d-aac8-4025-9b8c-c3a39b3e1079" providerId="ADAL" clId="{1346729F-4655-4A3C-8D45-942814240B19}" dt="2023-05-24T16:24:01.117" v="6781" actId="47"/>
        <pc:sldMkLst>
          <pc:docMk/>
          <pc:sldMk cId="21084338" sldId="305"/>
        </pc:sldMkLst>
        <pc:spChg chg="mod">
          <ac:chgData name="Quách Minh Triết" userId="c253b69d-aac8-4025-9b8c-c3a39b3e1079" providerId="ADAL" clId="{1346729F-4655-4A3C-8D45-942814240B19}" dt="2023-05-24T16:14:31.596" v="6704" actId="1076"/>
          <ac:spMkLst>
            <pc:docMk/>
            <pc:sldMk cId="21084338" sldId="305"/>
            <ac:spMk id="53" creationId="{61CD89E3-D5A3-22CC-AB53-74FC7C9EF74D}"/>
          </ac:spMkLst>
        </pc:spChg>
        <pc:picChg chg="add mod">
          <ac:chgData name="Quách Minh Triết" userId="c253b69d-aac8-4025-9b8c-c3a39b3e1079" providerId="ADAL" clId="{1346729F-4655-4A3C-8D45-942814240B19}" dt="2023-05-24T16:15:55.783" v="6719" actId="1076"/>
          <ac:picMkLst>
            <pc:docMk/>
            <pc:sldMk cId="21084338" sldId="305"/>
            <ac:picMk id="3" creationId="{08E9B667-5E00-5FFE-C224-84A059B7E0DA}"/>
          </ac:picMkLst>
        </pc:picChg>
        <pc:picChg chg="add del mod">
          <ac:chgData name="Quách Minh Triết" userId="c253b69d-aac8-4025-9b8c-c3a39b3e1079" providerId="ADAL" clId="{1346729F-4655-4A3C-8D45-942814240B19}" dt="2023-05-24T16:20:49.120" v="6749" actId="478"/>
          <ac:picMkLst>
            <pc:docMk/>
            <pc:sldMk cId="21084338" sldId="305"/>
            <ac:picMk id="5" creationId="{2D142537-D9ED-78D9-679D-D7C207BECF24}"/>
          </ac:picMkLst>
        </pc:picChg>
        <pc:picChg chg="add mod">
          <ac:chgData name="Quách Minh Triết" userId="c253b69d-aac8-4025-9b8c-c3a39b3e1079" providerId="ADAL" clId="{1346729F-4655-4A3C-8D45-942814240B19}" dt="2023-05-24T16:20:59.270" v="6751" actId="14100"/>
          <ac:picMkLst>
            <pc:docMk/>
            <pc:sldMk cId="21084338" sldId="305"/>
            <ac:picMk id="7" creationId="{76A97015-5B8E-4A3D-87CC-02FCDA7BECA3}"/>
          </ac:picMkLst>
        </pc:picChg>
        <pc:picChg chg="del">
          <ac:chgData name="Quách Minh Triết" userId="c253b69d-aac8-4025-9b8c-c3a39b3e1079" providerId="ADAL" clId="{1346729F-4655-4A3C-8D45-942814240B19}" dt="2023-05-24T16:15:51.649" v="6718" actId="478"/>
          <ac:picMkLst>
            <pc:docMk/>
            <pc:sldMk cId="21084338" sldId="305"/>
            <ac:picMk id="46" creationId="{39A3590A-4692-3E71-199C-8C950FAFD59E}"/>
          </ac:picMkLst>
        </pc:picChg>
        <pc:picChg chg="del mod">
          <ac:chgData name="Quách Minh Triết" userId="c253b69d-aac8-4025-9b8c-c3a39b3e1079" providerId="ADAL" clId="{1346729F-4655-4A3C-8D45-942814240B19}" dt="2023-05-24T16:16:51.818" v="6732" actId="478"/>
          <ac:picMkLst>
            <pc:docMk/>
            <pc:sldMk cId="21084338" sldId="305"/>
            <ac:picMk id="52" creationId="{626338A0-6754-386A-051F-FA9A43AD3E24}"/>
          </ac:picMkLst>
        </pc:picChg>
      </pc:sldChg>
      <pc:sldChg chg="modSp add del mod">
        <pc:chgData name="Quách Minh Triết" userId="c253b69d-aac8-4025-9b8c-c3a39b3e1079" providerId="ADAL" clId="{1346729F-4655-4A3C-8D45-942814240B19}" dt="2023-05-24T16:23:56.089" v="6779" actId="47"/>
        <pc:sldMkLst>
          <pc:docMk/>
          <pc:sldMk cId="394788703" sldId="306"/>
        </pc:sldMkLst>
        <pc:spChg chg="mod">
          <ac:chgData name="Quách Minh Triết" userId="c253b69d-aac8-4025-9b8c-c3a39b3e1079" providerId="ADAL" clId="{1346729F-4655-4A3C-8D45-942814240B19}" dt="2023-05-24T16:21:27.309" v="6756" actId="20577"/>
          <ac:spMkLst>
            <pc:docMk/>
            <pc:sldMk cId="394788703" sldId="306"/>
            <ac:spMk id="41" creationId="{7417624E-41EB-5BAC-A952-91E03C101725}"/>
          </ac:spMkLst>
        </pc:spChg>
      </pc:sldChg>
      <pc:sldChg chg="addSp delSp modSp add mod ord">
        <pc:chgData name="Quách Minh Triết" userId="c253b69d-aac8-4025-9b8c-c3a39b3e1079" providerId="ADAL" clId="{1346729F-4655-4A3C-8D45-942814240B19}" dt="2023-05-24T16:23:03.727" v="6772"/>
        <pc:sldMkLst>
          <pc:docMk/>
          <pc:sldMk cId="1684019650" sldId="307"/>
        </pc:sldMkLst>
        <pc:spChg chg="add del">
          <ac:chgData name="Quách Minh Triết" userId="c253b69d-aac8-4025-9b8c-c3a39b3e1079" providerId="ADAL" clId="{1346729F-4655-4A3C-8D45-942814240B19}" dt="2023-05-24T16:22:25.798" v="6763" actId="478"/>
          <ac:spMkLst>
            <pc:docMk/>
            <pc:sldMk cId="1684019650" sldId="307"/>
            <ac:spMk id="2" creationId="{60ADE49E-7CC1-6704-5852-FAE992A0EEC4}"/>
          </ac:spMkLst>
        </pc:spChg>
        <pc:spChg chg="add del">
          <ac:chgData name="Quách Minh Triết" userId="c253b69d-aac8-4025-9b8c-c3a39b3e1079" providerId="ADAL" clId="{1346729F-4655-4A3C-8D45-942814240B19}" dt="2023-05-24T16:22:28.959" v="6765" actId="478"/>
          <ac:spMkLst>
            <pc:docMk/>
            <pc:sldMk cId="1684019650" sldId="307"/>
            <ac:spMk id="3" creationId="{FA7AB109-D696-F27C-BD95-5BEBCF3AC000}"/>
          </ac:spMkLst>
        </pc:spChg>
        <pc:spChg chg="add del mod">
          <ac:chgData name="Quách Minh Triết" userId="c253b69d-aac8-4025-9b8c-c3a39b3e1079" providerId="ADAL" clId="{1346729F-4655-4A3C-8D45-942814240B19}" dt="2023-05-24T16:22:14.507" v="6761" actId="478"/>
          <ac:spMkLst>
            <pc:docMk/>
            <pc:sldMk cId="1684019650" sldId="307"/>
            <ac:spMk id="5" creationId="{149087C9-8774-811E-1A85-4763D13AA1F9}"/>
          </ac:spMkLst>
        </pc:spChg>
        <pc:spChg chg="add del">
          <ac:chgData name="Quách Minh Triết" userId="c253b69d-aac8-4025-9b8c-c3a39b3e1079" providerId="ADAL" clId="{1346729F-4655-4A3C-8D45-942814240B19}" dt="2023-05-24T16:22:14.507" v="6761" actId="478"/>
          <ac:spMkLst>
            <pc:docMk/>
            <pc:sldMk cId="1684019650" sldId="307"/>
            <ac:spMk id="6" creationId="{18B697A5-63AE-CFF2-701C-13C0448CEBA9}"/>
          </ac:spMkLst>
        </pc:spChg>
        <pc:spChg chg="add del mod">
          <ac:chgData name="Quách Minh Triết" userId="c253b69d-aac8-4025-9b8c-c3a39b3e1079" providerId="ADAL" clId="{1346729F-4655-4A3C-8D45-942814240B19}" dt="2023-05-24T16:22:14.507" v="6761" actId="478"/>
          <ac:spMkLst>
            <pc:docMk/>
            <pc:sldMk cId="1684019650" sldId="307"/>
            <ac:spMk id="9" creationId="{AF81FFEC-A607-BAD4-7AD3-0F1F2C98A639}"/>
          </ac:spMkLst>
        </pc:spChg>
        <pc:spChg chg="add del mod">
          <ac:chgData name="Quách Minh Triết" userId="c253b69d-aac8-4025-9b8c-c3a39b3e1079" providerId="ADAL" clId="{1346729F-4655-4A3C-8D45-942814240B19}" dt="2023-05-24T16:22:14.507" v="6761" actId="478"/>
          <ac:spMkLst>
            <pc:docMk/>
            <pc:sldMk cId="1684019650" sldId="307"/>
            <ac:spMk id="11" creationId="{3D6F5D16-193E-9C49-294E-6BF69D111B06}"/>
          </ac:spMkLst>
        </pc:spChg>
        <pc:spChg chg="add del mod">
          <ac:chgData name="Quách Minh Triết" userId="c253b69d-aac8-4025-9b8c-c3a39b3e1079" providerId="ADAL" clId="{1346729F-4655-4A3C-8D45-942814240B19}" dt="2023-05-24T16:22:31.874" v="6767" actId="478"/>
          <ac:spMkLst>
            <pc:docMk/>
            <pc:sldMk cId="1684019650" sldId="307"/>
            <ac:spMk id="13" creationId="{F1EF3F01-2C6F-2B8C-7DDE-90A689CC5EEE}"/>
          </ac:spMkLst>
        </pc:spChg>
        <pc:spChg chg="add del mod">
          <ac:chgData name="Quách Minh Triết" userId="c253b69d-aac8-4025-9b8c-c3a39b3e1079" providerId="ADAL" clId="{1346729F-4655-4A3C-8D45-942814240B19}" dt="2023-05-24T16:22:27.266" v="6764" actId="478"/>
          <ac:spMkLst>
            <pc:docMk/>
            <pc:sldMk cId="1684019650" sldId="307"/>
            <ac:spMk id="15" creationId="{C3BF4BBC-9032-E04D-22DA-79C63E13A721}"/>
          </ac:spMkLst>
        </pc:spChg>
        <pc:spChg chg="add del mod">
          <ac:chgData name="Quách Minh Triết" userId="c253b69d-aac8-4025-9b8c-c3a39b3e1079" providerId="ADAL" clId="{1346729F-4655-4A3C-8D45-942814240B19}" dt="2023-05-24T16:22:30.420" v="6766" actId="478"/>
          <ac:spMkLst>
            <pc:docMk/>
            <pc:sldMk cId="1684019650" sldId="307"/>
            <ac:spMk id="17" creationId="{C34B3455-F464-2C5A-67AC-C4497653AB7B}"/>
          </ac:spMkLst>
        </pc:spChg>
        <pc:spChg chg="add mod">
          <ac:chgData name="Quách Minh Triết" userId="c253b69d-aac8-4025-9b8c-c3a39b3e1079" providerId="ADAL" clId="{1346729F-4655-4A3C-8D45-942814240B19}" dt="2023-05-24T16:22:54.195" v="6770"/>
          <ac:spMkLst>
            <pc:docMk/>
            <pc:sldMk cId="1684019650" sldId="307"/>
            <ac:spMk id="18" creationId="{EDCF80EF-AC38-A369-4147-C7FA350883DE}"/>
          </ac:spMkLst>
        </pc:spChg>
        <pc:spChg chg="add mod">
          <ac:chgData name="Quách Minh Triết" userId="c253b69d-aac8-4025-9b8c-c3a39b3e1079" providerId="ADAL" clId="{1346729F-4655-4A3C-8D45-942814240B19}" dt="2023-05-24T16:22:54.195" v="6770"/>
          <ac:spMkLst>
            <pc:docMk/>
            <pc:sldMk cId="1684019650" sldId="307"/>
            <ac:spMk id="21" creationId="{524B59FB-1F51-9E98-B4E6-68F601DAE1F2}"/>
          </ac:spMkLst>
        </pc:spChg>
        <pc:picChg chg="add del">
          <ac:chgData name="Quách Minh Triết" userId="c253b69d-aac8-4025-9b8c-c3a39b3e1079" providerId="ADAL" clId="{1346729F-4655-4A3C-8D45-942814240B19}" dt="2023-05-24T16:22:22.249" v="6762" actId="478"/>
          <ac:picMkLst>
            <pc:docMk/>
            <pc:sldMk cId="1684019650" sldId="307"/>
            <ac:picMk id="8" creationId="{71DAFD00-5660-EAA6-4DE3-83F373055A99}"/>
          </ac:picMkLst>
        </pc:picChg>
        <pc:picChg chg="add mod">
          <ac:chgData name="Quách Minh Triết" userId="c253b69d-aac8-4025-9b8c-c3a39b3e1079" providerId="ADAL" clId="{1346729F-4655-4A3C-8D45-942814240B19}" dt="2023-05-24T16:22:54.195" v="6770"/>
          <ac:picMkLst>
            <pc:docMk/>
            <pc:sldMk cId="1684019650" sldId="307"/>
            <ac:picMk id="19" creationId="{B60EEEAC-041B-4EC2-397F-9B336984CFED}"/>
          </ac:picMkLst>
        </pc:picChg>
        <pc:picChg chg="add mod">
          <ac:chgData name="Quách Minh Triết" userId="c253b69d-aac8-4025-9b8c-c3a39b3e1079" providerId="ADAL" clId="{1346729F-4655-4A3C-8D45-942814240B19}" dt="2023-05-24T16:22:54.195" v="6770"/>
          <ac:picMkLst>
            <pc:docMk/>
            <pc:sldMk cId="1684019650" sldId="307"/>
            <ac:picMk id="20" creationId="{4EC1125B-85A8-F5C0-D79D-3C242E73AE9B}"/>
          </ac:picMkLst>
        </pc:picChg>
      </pc:sldChg>
      <pc:sldChg chg="addSp delSp modSp add mod">
        <pc:chgData name="Quách Minh Triết" userId="c253b69d-aac8-4025-9b8c-c3a39b3e1079" providerId="ADAL" clId="{1346729F-4655-4A3C-8D45-942814240B19}" dt="2023-05-24T16:23:42.812" v="6778"/>
        <pc:sldMkLst>
          <pc:docMk/>
          <pc:sldMk cId="2427055991" sldId="308"/>
        </pc:sldMkLst>
        <pc:spChg chg="add mod">
          <ac:chgData name="Quách Minh Triết" userId="c253b69d-aac8-4025-9b8c-c3a39b3e1079" providerId="ADAL" clId="{1346729F-4655-4A3C-8D45-942814240B19}" dt="2023-05-24T16:23:42.812" v="6778"/>
          <ac:spMkLst>
            <pc:docMk/>
            <pc:sldMk cId="2427055991" sldId="308"/>
            <ac:spMk id="2" creationId="{90FC3A2F-62D7-D205-E253-6594CB81D1E8}"/>
          </ac:spMkLst>
        </pc:spChg>
        <pc:spChg chg="add mod">
          <ac:chgData name="Quách Minh Triết" userId="c253b69d-aac8-4025-9b8c-c3a39b3e1079" providerId="ADAL" clId="{1346729F-4655-4A3C-8D45-942814240B19}" dt="2023-05-24T16:23:42.812" v="6778"/>
          <ac:spMkLst>
            <pc:docMk/>
            <pc:sldMk cId="2427055991" sldId="308"/>
            <ac:spMk id="3" creationId="{7D50A5DA-1F32-D79C-CA2B-2630C3C5EC9C}"/>
          </ac:spMkLst>
        </pc:spChg>
        <pc:spChg chg="del">
          <ac:chgData name="Quách Minh Triết" userId="c253b69d-aac8-4025-9b8c-c3a39b3e1079" providerId="ADAL" clId="{1346729F-4655-4A3C-8D45-942814240B19}" dt="2023-05-24T16:23:34.634" v="6774" actId="478"/>
          <ac:spMkLst>
            <pc:docMk/>
            <pc:sldMk cId="2427055991" sldId="308"/>
            <ac:spMk id="18" creationId="{EDCF80EF-AC38-A369-4147-C7FA350883DE}"/>
          </ac:spMkLst>
        </pc:spChg>
        <pc:spChg chg="del">
          <ac:chgData name="Quách Minh Triết" userId="c253b69d-aac8-4025-9b8c-c3a39b3e1079" providerId="ADAL" clId="{1346729F-4655-4A3C-8D45-942814240B19}" dt="2023-05-24T16:23:38.315" v="6777" actId="478"/>
          <ac:spMkLst>
            <pc:docMk/>
            <pc:sldMk cId="2427055991" sldId="308"/>
            <ac:spMk id="21" creationId="{524B59FB-1F51-9E98-B4E6-68F601DAE1F2}"/>
          </ac:spMkLst>
        </pc:spChg>
        <pc:picChg chg="add mod">
          <ac:chgData name="Quách Minh Triết" userId="c253b69d-aac8-4025-9b8c-c3a39b3e1079" providerId="ADAL" clId="{1346729F-4655-4A3C-8D45-942814240B19}" dt="2023-05-24T16:23:42.812" v="6778"/>
          <ac:picMkLst>
            <pc:docMk/>
            <pc:sldMk cId="2427055991" sldId="308"/>
            <ac:picMk id="4" creationId="{AE820540-8AD3-6600-1E0C-55705E93AFB6}"/>
          </ac:picMkLst>
        </pc:picChg>
        <pc:picChg chg="add mod">
          <ac:chgData name="Quách Minh Triết" userId="c253b69d-aac8-4025-9b8c-c3a39b3e1079" providerId="ADAL" clId="{1346729F-4655-4A3C-8D45-942814240B19}" dt="2023-05-24T16:23:42.812" v="6778"/>
          <ac:picMkLst>
            <pc:docMk/>
            <pc:sldMk cId="2427055991" sldId="308"/>
            <ac:picMk id="5" creationId="{E2FB2E6E-043D-03FC-544E-CAFAA586D1EE}"/>
          </ac:picMkLst>
        </pc:picChg>
        <pc:picChg chg="del">
          <ac:chgData name="Quách Minh Triết" userId="c253b69d-aac8-4025-9b8c-c3a39b3e1079" providerId="ADAL" clId="{1346729F-4655-4A3C-8D45-942814240B19}" dt="2023-05-24T16:23:35.454" v="6775" actId="478"/>
          <ac:picMkLst>
            <pc:docMk/>
            <pc:sldMk cId="2427055991" sldId="308"/>
            <ac:picMk id="19" creationId="{B60EEEAC-041B-4EC2-397F-9B336984CFED}"/>
          </ac:picMkLst>
        </pc:picChg>
        <pc:picChg chg="del">
          <ac:chgData name="Quách Minh Triết" userId="c253b69d-aac8-4025-9b8c-c3a39b3e1079" providerId="ADAL" clId="{1346729F-4655-4A3C-8D45-942814240B19}" dt="2023-05-24T16:23:36.095" v="6776" actId="478"/>
          <ac:picMkLst>
            <pc:docMk/>
            <pc:sldMk cId="2427055991" sldId="308"/>
            <ac:picMk id="20" creationId="{4EC1125B-85A8-F5C0-D79D-3C242E73AE9B}"/>
          </ac:picMkLst>
        </pc:picChg>
      </pc:sldChg>
      <pc:sldChg chg="add del ord">
        <pc:chgData name="Quách Minh Triết" userId="c253b69d-aac8-4025-9b8c-c3a39b3e1079" providerId="ADAL" clId="{1346729F-4655-4A3C-8D45-942814240B19}" dt="2023-06-16T01:52:35.077" v="9829" actId="47"/>
        <pc:sldMkLst>
          <pc:docMk/>
          <pc:sldMk cId="3348846215" sldId="309"/>
        </pc:sldMkLst>
      </pc:sldChg>
      <pc:sldChg chg="add del ord">
        <pc:chgData name="Quách Minh Triết" userId="c253b69d-aac8-4025-9b8c-c3a39b3e1079" providerId="ADAL" clId="{1346729F-4655-4A3C-8D45-942814240B19}" dt="2023-06-16T01:52:34.452" v="9828" actId="47"/>
        <pc:sldMkLst>
          <pc:docMk/>
          <pc:sldMk cId="3102647421" sldId="310"/>
        </pc:sldMkLst>
      </pc:sldChg>
      <pc:sldChg chg="new del">
        <pc:chgData name="Quách Minh Triết" userId="c253b69d-aac8-4025-9b8c-c3a39b3e1079" providerId="ADAL" clId="{1346729F-4655-4A3C-8D45-942814240B19}" dt="2023-06-01T13:43:50.267" v="9113" actId="680"/>
        <pc:sldMkLst>
          <pc:docMk/>
          <pc:sldMk cId="2217669745" sldId="31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16/6/2023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16/6/2023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72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96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7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609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71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30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094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63"/>
            <a:ext cx="9731022" cy="3889904"/>
          </a:xfrm>
        </p:spPr>
        <p:txBody>
          <a:bodyPr/>
          <a:lstStyle/>
          <a:p>
            <a:r>
              <a:rPr lang="en-US" sz="4000" dirty="0" err="1"/>
              <a:t>Báo</a:t>
            </a:r>
            <a:r>
              <a:rPr lang="en-US" sz="4000" dirty="0"/>
              <a:t> </a:t>
            </a:r>
            <a:r>
              <a:rPr lang="en-US" sz="4000" dirty="0" err="1"/>
              <a:t>cáo</a:t>
            </a:r>
            <a:r>
              <a:rPr lang="en-US" sz="4000" dirty="0"/>
              <a:t> </a:t>
            </a:r>
            <a:r>
              <a:rPr lang="en-US" sz="4000" dirty="0" err="1"/>
              <a:t>cuối</a:t>
            </a:r>
            <a:r>
              <a:rPr lang="en-US" sz="4000" dirty="0"/>
              <a:t> </a:t>
            </a:r>
            <a:r>
              <a:rPr lang="en-US" sz="4000" dirty="0" err="1"/>
              <a:t>kì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CS331-Thị </a:t>
            </a:r>
            <a:r>
              <a:rPr lang="en-US" sz="4000" dirty="0" err="1"/>
              <a:t>giác</a:t>
            </a:r>
            <a:r>
              <a:rPr lang="en-US" sz="4000" dirty="0"/>
              <a:t> </a:t>
            </a:r>
            <a:r>
              <a:rPr lang="en-US" sz="4000" dirty="0" err="1"/>
              <a:t>máy</a:t>
            </a:r>
            <a:r>
              <a:rPr lang="en-US" sz="4000" dirty="0"/>
              <a:t> </a:t>
            </a:r>
            <a:r>
              <a:rPr lang="en-US" sz="4000" dirty="0" err="1"/>
              <a:t>tính</a:t>
            </a:r>
            <a:r>
              <a:rPr lang="en-US" sz="4000" dirty="0"/>
              <a:t> </a:t>
            </a:r>
            <a:r>
              <a:rPr lang="en-US" sz="4000" dirty="0" err="1"/>
              <a:t>nâng</a:t>
            </a:r>
            <a:r>
              <a:rPr lang="en-US" sz="4000" dirty="0"/>
              <a:t> </a:t>
            </a:r>
            <a:r>
              <a:rPr lang="en-US" sz="4000" dirty="0" err="1"/>
              <a:t>cao</a:t>
            </a:r>
            <a:br>
              <a:rPr lang="en-US" sz="4000" dirty="0"/>
            </a:br>
            <a:br>
              <a:rPr lang="en-US" sz="4000" dirty="0"/>
            </a:br>
            <a:r>
              <a:rPr lang="en-US" sz="4000" b="1" dirty="0" err="1"/>
              <a:t>Đề</a:t>
            </a:r>
            <a:r>
              <a:rPr lang="en-US" sz="4000" b="1" dirty="0"/>
              <a:t> </a:t>
            </a:r>
            <a:r>
              <a:rPr lang="en-US" sz="4000" b="1" dirty="0" err="1"/>
              <a:t>tài</a:t>
            </a:r>
            <a:r>
              <a:rPr lang="en-US" sz="4000" b="1" dirty="0"/>
              <a:t>: </a:t>
            </a:r>
            <a:r>
              <a:rPr lang="en-US" sz="4000" b="1" dirty="0" err="1"/>
              <a:t>Sử</a:t>
            </a:r>
            <a:r>
              <a:rPr lang="en-US" sz="4000" b="1" dirty="0"/>
              <a:t> </a:t>
            </a:r>
            <a:r>
              <a:rPr lang="en-US" sz="4000" b="1" dirty="0" err="1"/>
              <a:t>dụng</a:t>
            </a:r>
            <a:r>
              <a:rPr lang="en-US" sz="4000" b="1" dirty="0"/>
              <a:t> </a:t>
            </a:r>
            <a:r>
              <a:rPr lang="en-US" sz="4000" b="1" dirty="0" err="1"/>
              <a:t>mạng</a:t>
            </a:r>
            <a:r>
              <a:rPr lang="en-US" sz="4000" b="1" dirty="0"/>
              <a:t> </a:t>
            </a:r>
            <a:r>
              <a:rPr lang="en-US" sz="4000" b="1" dirty="0" err="1"/>
              <a:t>học</a:t>
            </a:r>
            <a:r>
              <a:rPr lang="en-US" sz="4000" b="1" dirty="0"/>
              <a:t> </a:t>
            </a:r>
            <a:r>
              <a:rPr lang="en-US" sz="4000" b="1" dirty="0" err="1"/>
              <a:t>sâu</a:t>
            </a:r>
            <a:r>
              <a:rPr lang="en-US" sz="4000" b="1" dirty="0"/>
              <a:t> </a:t>
            </a:r>
            <a:r>
              <a:rPr lang="en-US" sz="4000" b="1" dirty="0" err="1"/>
              <a:t>để</a:t>
            </a:r>
            <a:r>
              <a:rPr lang="en-US" sz="4000" b="1" dirty="0"/>
              <a:t> </a:t>
            </a:r>
            <a:r>
              <a:rPr lang="en-US" sz="4000" b="1" dirty="0" err="1"/>
              <a:t>nhận</a:t>
            </a:r>
            <a:r>
              <a:rPr lang="en-US" sz="4000" b="1" dirty="0"/>
              <a:t> </a:t>
            </a:r>
            <a:r>
              <a:rPr lang="en-US" sz="4000" b="1" dirty="0" err="1"/>
              <a:t>biết</a:t>
            </a:r>
            <a:r>
              <a:rPr lang="en-US" sz="4000" b="1" dirty="0"/>
              <a:t> </a:t>
            </a:r>
            <a:r>
              <a:rPr lang="en-US" sz="4000" b="1" dirty="0" err="1"/>
              <a:t>bệnh</a:t>
            </a:r>
            <a:r>
              <a:rPr lang="en-US" sz="4000" b="1" dirty="0"/>
              <a:t> ở </a:t>
            </a:r>
            <a:r>
              <a:rPr lang="en-US" sz="4000" b="1" dirty="0" err="1"/>
              <a:t>lá</a:t>
            </a:r>
            <a:r>
              <a:rPr lang="en-US" sz="4000" b="1" dirty="0"/>
              <a:t> </a:t>
            </a:r>
            <a:r>
              <a:rPr lang="en-US" sz="4000" b="1" dirty="0" err="1"/>
              <a:t>cà</a:t>
            </a:r>
            <a:r>
              <a:rPr lang="en-US" sz="4000" b="1" dirty="0"/>
              <a:t> </a:t>
            </a:r>
            <a:r>
              <a:rPr lang="en-US" sz="4000" b="1" dirty="0" err="1"/>
              <a:t>chua</a:t>
            </a:r>
            <a:endParaRPr 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929" y="5093599"/>
            <a:ext cx="3627449" cy="1655762"/>
          </a:xfrm>
        </p:spPr>
        <p:txBody>
          <a:bodyPr/>
          <a:lstStyle/>
          <a:p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: Quách Minh Triết-20522057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4D2F336-7222-2007-7DBF-002CAA5A7C85}"/>
              </a:ext>
            </a:extLst>
          </p:cNvPr>
          <p:cNvSpPr txBox="1">
            <a:spLocks/>
          </p:cNvSpPr>
          <p:nvPr/>
        </p:nvSpPr>
        <p:spPr>
          <a:xfrm>
            <a:off x="8107351" y="5093599"/>
            <a:ext cx="3627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Giảng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: Mai </a:t>
            </a:r>
            <a:r>
              <a:rPr lang="en-US" b="1" dirty="0" err="1"/>
              <a:t>Tiến</a:t>
            </a:r>
            <a:r>
              <a:rPr lang="en-US" b="1" dirty="0"/>
              <a:t> Dũng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883AB6-E6D8-70A9-3CCB-61E120FC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834500"/>
              </p:ext>
            </p:extLst>
          </p:nvPr>
        </p:nvGraphicFramePr>
        <p:xfrm>
          <a:off x="6525479" y="140730"/>
          <a:ext cx="5258086" cy="6587448"/>
        </p:xfrm>
        <a:graphic>
          <a:graphicData uri="http://schemas.openxmlformats.org/drawingml/2006/table">
            <a:tbl>
              <a:tblPr firstRow="1" bandRow="1"/>
              <a:tblGrid>
                <a:gridCol w="5258086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816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latin typeface="+mj-lt"/>
                          <a:cs typeface="Gill Sans Light" panose="020B0302020104020203" pitchFamily="34" charset="-79"/>
                        </a:rPr>
                        <a:t>GIỚI THIỆU</a:t>
                      </a:r>
                    </a:p>
                    <a:p>
                      <a:pPr algn="r"/>
                      <a:r>
                        <a:rPr lang="en-US" sz="180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86026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Input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và</a:t>
                      </a: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 output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của</a:t>
                      </a: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bài</a:t>
                      </a: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toán</a:t>
                      </a:r>
                      <a:endParaRPr lang="en-US" sz="2400" cap="all" baseline="0" dirty="0">
                        <a:latin typeface="+mj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816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Các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mô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hình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sử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dụng</a:t>
                      </a:r>
                      <a:endParaRPr lang="en-US" sz="2400" kern="1200" cap="all" baseline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5654791"/>
                  </a:ext>
                </a:extLst>
              </a:tr>
              <a:tr h="816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Tiền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xử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lý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dữ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liệu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826539">
                <a:tc>
                  <a:txBody>
                    <a:bodyPr/>
                    <a:lstStyle/>
                    <a:p>
                      <a:pPr algn="r" rtl="0" eaLnBrk="1" fontAlgn="auto" latinLnBrk="0" hangingPunct="1"/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Quá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trình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huấn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luyện</a:t>
                      </a:r>
                      <a:endParaRPr lang="en-US" sz="2400" dirty="0">
                        <a:effectLst/>
                        <a:latin typeface="+mj-lt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16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Bộ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dữ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liệu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  <a:tr h="816516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Kết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quả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và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đánh</a:t>
                      </a:r>
                      <a:r>
                        <a:rPr lang="en-US" sz="2400" kern="1200" cap="all" baseline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kern="1200" cap="all" baseline="0" dirty="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Gill Sans Light" panose="020B0302020104020203" pitchFamily="34" charset="-79"/>
                        </a:rPr>
                        <a:t>giá</a:t>
                      </a:r>
                      <a:endParaRPr lang="en-US" sz="2400" kern="1200" cap="all" baseline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7768497"/>
                  </a:ext>
                </a:extLst>
              </a:tr>
              <a:tr h="81806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Demo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và</a:t>
                      </a: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kết</a:t>
                      </a:r>
                      <a:r>
                        <a:rPr lang="en-US" sz="2400" cap="all" baseline="0" dirty="0">
                          <a:latin typeface="+mj-lt"/>
                          <a:cs typeface="Gill Sans Light" panose="020B0302020104020203" pitchFamily="34" charset="-79"/>
                        </a:rPr>
                        <a:t> </a:t>
                      </a:r>
                      <a:r>
                        <a:rPr lang="en-US" sz="2400" cap="all" baseline="0" dirty="0" err="1">
                          <a:latin typeface="+mj-lt"/>
                          <a:cs typeface="Gill Sans Light" panose="020B0302020104020203" pitchFamily="34" charset="-79"/>
                        </a:rPr>
                        <a:t>luận</a:t>
                      </a:r>
                      <a:endParaRPr lang="en-US" sz="2400" cap="all" baseline="0" dirty="0">
                        <a:latin typeface="+mj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8481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14373"/>
            <a:ext cx="6502620" cy="676656"/>
          </a:xfrm>
        </p:spPr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1" y="1101005"/>
            <a:ext cx="4572000" cy="4070729"/>
          </a:xfrm>
        </p:spPr>
        <p:txBody>
          <a:bodyPr/>
          <a:lstStyle/>
          <a:p>
            <a:pPr algn="just"/>
            <a:r>
              <a:rPr lang="en-US" dirty="0"/>
              <a:t>Trong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trồng</a:t>
            </a:r>
            <a:r>
              <a:rPr lang="en-US" dirty="0"/>
              <a:t> </a:t>
            </a:r>
            <a:r>
              <a:rPr lang="en-US" dirty="0" err="1"/>
              <a:t>trọt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trồng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rau</a:t>
            </a:r>
            <a:r>
              <a:rPr lang="en-US" dirty="0"/>
              <a:t> </a:t>
            </a:r>
            <a:r>
              <a:rPr lang="en-US" dirty="0" err="1"/>
              <a:t>củ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,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thiệt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ng</a:t>
            </a:r>
            <a:r>
              <a:rPr lang="vi-VN" dirty="0"/>
              <a:t>ười</a:t>
            </a:r>
            <a:r>
              <a:rPr lang="en-US" dirty="0"/>
              <a:t> </a:t>
            </a:r>
            <a:r>
              <a:rPr lang="en-US" dirty="0" err="1"/>
              <a:t>nông</a:t>
            </a:r>
            <a:r>
              <a:rPr lang="en-US" dirty="0"/>
              <a:t> </a:t>
            </a:r>
            <a:r>
              <a:rPr lang="en-US" dirty="0" err="1"/>
              <a:t>dân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 do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kịp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trồng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Placeholder 7" descr="A group of tomatoes on a plant&#10;&#10;Description automatically generated with low confidence">
            <a:extLst>
              <a:ext uri="{FF2B5EF4-FFF2-40B4-BE49-F238E27FC236}">
                <a16:creationId xmlns:a16="http://schemas.microsoft.com/office/drawing/2014/main" id="{00A5F8B6-2992-F1F0-C27C-223D31AE90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517" r="1951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370163"/>
            <a:ext cx="6502620" cy="676656"/>
          </a:xfrm>
        </p:spPr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1" y="1074817"/>
            <a:ext cx="4572000" cy="5364817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ở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trồng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gặp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khan. Do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vi-VN" dirty="0"/>
              <a:t>ường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triệu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H</a:t>
            </a:r>
            <a:r>
              <a:rPr lang="vi-VN" dirty="0"/>
              <a:t>ơ</a:t>
            </a:r>
            <a:r>
              <a:rPr lang="en-US" dirty="0"/>
              <a:t>n </a:t>
            </a:r>
            <a:r>
              <a:rPr lang="en-US" dirty="0" err="1"/>
              <a:t>nữa</a:t>
            </a:r>
            <a:r>
              <a:rPr lang="en-US" dirty="0"/>
              <a:t>,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nh</a:t>
            </a:r>
            <a:r>
              <a:rPr lang="vi-VN" dirty="0"/>
              <a:t>ư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chua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b</a:t>
            </a:r>
            <a:r>
              <a:rPr lang="vi-VN" dirty="0"/>
              <a:t>ệnh thường lây lan khá nhanh, đặc biệt khi điều kiện thời tiết ẩm ướt. 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vựa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4E804-5D73-9996-1913-1EF77F2E5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Picture 10" descr="A close-up of a leaf&#10;&#10;Description automatically generated">
            <a:extLst>
              <a:ext uri="{FF2B5EF4-FFF2-40B4-BE49-F238E27FC236}">
                <a16:creationId xmlns:a16="http://schemas.microsoft.com/office/drawing/2014/main" id="{5802F3D8-00B1-C20A-E0E8-E0B581F4C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7456" y="370163"/>
            <a:ext cx="2438400" cy="2438400"/>
          </a:xfrm>
          <a:prstGeom prst="rect">
            <a:avLst/>
          </a:prstGeom>
        </p:spPr>
      </p:pic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E0F579FD-8659-692A-D7A0-CED1AA64517D}"/>
              </a:ext>
            </a:extLst>
          </p:cNvPr>
          <p:cNvSpPr txBox="1">
            <a:spLocks/>
          </p:cNvSpPr>
          <p:nvPr/>
        </p:nvSpPr>
        <p:spPr>
          <a:xfrm>
            <a:off x="9496310" y="2808562"/>
            <a:ext cx="1320691" cy="3900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Bệnh</a:t>
            </a:r>
            <a:r>
              <a:rPr lang="en-US" dirty="0"/>
              <a:t> </a:t>
            </a:r>
            <a:r>
              <a:rPr lang="en-US" dirty="0" err="1"/>
              <a:t>mốc</a:t>
            </a:r>
            <a:r>
              <a:rPr lang="en-US" dirty="0"/>
              <a:t> </a:t>
            </a:r>
            <a:r>
              <a:rPr lang="en-US" dirty="0" err="1"/>
              <a:t>lá</a:t>
            </a:r>
            <a:endParaRPr lang="en-US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C3DCAAAD-78E0-27AD-6F6E-F03B38D9C04C}"/>
              </a:ext>
            </a:extLst>
          </p:cNvPr>
          <p:cNvSpPr txBox="1">
            <a:spLocks/>
          </p:cNvSpPr>
          <p:nvPr/>
        </p:nvSpPr>
        <p:spPr>
          <a:xfrm>
            <a:off x="8393729" y="5879763"/>
            <a:ext cx="3621487" cy="3900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Bệnh</a:t>
            </a:r>
            <a:r>
              <a:rPr lang="en-US" dirty="0"/>
              <a:t> “</a:t>
            </a:r>
            <a:r>
              <a:rPr lang="en-US" dirty="0" err="1"/>
              <a:t>xoăn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” do virus </a:t>
            </a:r>
            <a:r>
              <a:rPr lang="en-US" dirty="0" err="1"/>
              <a:t>khảm</a:t>
            </a:r>
            <a:r>
              <a:rPr lang="en-US" dirty="0"/>
              <a:t>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chua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E1DEBA-E33C-D2E7-D681-FC38678376A9}"/>
              </a:ext>
            </a:extLst>
          </p:cNvPr>
          <p:cNvSpPr txBox="1"/>
          <p:nvPr/>
        </p:nvSpPr>
        <p:spPr>
          <a:xfrm>
            <a:off x="5759917" y="2829260"/>
            <a:ext cx="1562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Nhầm</a:t>
            </a:r>
            <a:r>
              <a:rPr lang="en-US" dirty="0"/>
              <a:t> </a:t>
            </a:r>
            <a:r>
              <a:rPr lang="en-US" dirty="0" err="1"/>
              <a:t>lẫn</a:t>
            </a:r>
            <a:r>
              <a:rPr lang="en-US" dirty="0"/>
              <a:t> </a:t>
            </a:r>
            <a:r>
              <a:rPr lang="en-US" dirty="0" err="1"/>
              <a:t>giữa</a:t>
            </a:r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AA2999-C657-E20B-045C-736A1AE87DF6}"/>
              </a:ext>
            </a:extLst>
          </p:cNvPr>
          <p:cNvCxnSpPr>
            <a:endCxn id="11" idx="1"/>
          </p:cNvCxnSpPr>
          <p:nvPr/>
        </p:nvCxnSpPr>
        <p:spPr>
          <a:xfrm flipV="1">
            <a:off x="7322190" y="1589363"/>
            <a:ext cx="1615266" cy="12191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0CBA2A-FEF9-CEE4-3880-01AE8040B2A6}"/>
              </a:ext>
            </a:extLst>
          </p:cNvPr>
          <p:cNvCxnSpPr>
            <a:cxnSpLocks/>
          </p:cNvCxnSpPr>
          <p:nvPr/>
        </p:nvCxnSpPr>
        <p:spPr>
          <a:xfrm>
            <a:off x="7322190" y="3313177"/>
            <a:ext cx="1615266" cy="13235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84CD82A-ABBF-4205-0512-48A19056B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455" y="344136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036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5">
            <a:extLst>
              <a:ext uri="{FF2B5EF4-FFF2-40B4-BE49-F238E27FC236}">
                <a16:creationId xmlns:a16="http://schemas.microsoft.com/office/drawing/2014/main" id="{A165FDCA-47E7-4F60-AAA7-E5225AE92841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Input </a:t>
            </a:r>
            <a:r>
              <a:rPr lang="en-US" sz="4800" dirty="0" err="1">
                <a:solidFill>
                  <a:schemeClr val="tx1"/>
                </a:solidFill>
              </a:rPr>
              <a:t>và</a:t>
            </a:r>
            <a:r>
              <a:rPr lang="en-US" sz="4800" dirty="0">
                <a:solidFill>
                  <a:schemeClr val="tx1"/>
                </a:solidFill>
              </a:rPr>
              <a:t> out </a:t>
            </a:r>
            <a:r>
              <a:rPr lang="en-US" sz="4800" dirty="0" err="1">
                <a:solidFill>
                  <a:schemeClr val="tx1"/>
                </a:solidFill>
              </a:rPr>
              <a:t>của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bài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toán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FB38022C-2317-5C70-E323-4CD5F069F03F}"/>
              </a:ext>
            </a:extLst>
          </p:cNvPr>
          <p:cNvSpPr txBox="1">
            <a:spLocks/>
          </p:cNvSpPr>
          <p:nvPr/>
        </p:nvSpPr>
        <p:spPr>
          <a:xfrm>
            <a:off x="576069" y="1205314"/>
            <a:ext cx="4572000" cy="50644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4500" dirty="0">
                <a:solidFill>
                  <a:schemeClr val="bg1"/>
                </a:solidFill>
              </a:rPr>
              <a:t>Input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Đầu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một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bức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ảnh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màu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chỉ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chứa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duy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nhất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một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lá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cà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chua</a:t>
            </a:r>
            <a:r>
              <a:rPr lang="en-US" sz="2000" dirty="0">
                <a:solidFill>
                  <a:schemeClr val="bg1"/>
                </a:solidFill>
              </a:rPr>
              <a:t> (</a:t>
            </a:r>
            <a:r>
              <a:rPr lang="en-US" sz="2000" dirty="0" err="1">
                <a:solidFill>
                  <a:schemeClr val="bg1"/>
                </a:solidFill>
              </a:rPr>
              <a:t>thuộc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một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trong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số</a:t>
            </a:r>
            <a:r>
              <a:rPr lang="en-US" sz="2000" dirty="0">
                <a:solidFill>
                  <a:schemeClr val="bg1"/>
                </a:solidFill>
              </a:rPr>
              <a:t> 10 </a:t>
            </a:r>
            <a:r>
              <a:rPr lang="en-US" sz="2000" dirty="0" err="1">
                <a:solidFill>
                  <a:schemeClr val="bg1"/>
                </a:solidFill>
              </a:rPr>
              <a:t>loại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bệnh</a:t>
            </a:r>
            <a:r>
              <a:rPr lang="en-US" sz="2000" dirty="0">
                <a:solidFill>
                  <a:schemeClr val="bg1"/>
                </a:solidFill>
              </a:rPr>
              <a:t>). </a:t>
            </a:r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FB6BC739-99E4-CEA7-7DBD-FB0180FD3497}"/>
              </a:ext>
            </a:extLst>
          </p:cNvPr>
          <p:cNvSpPr txBox="1">
            <a:spLocks/>
          </p:cNvSpPr>
          <p:nvPr/>
        </p:nvSpPr>
        <p:spPr>
          <a:xfrm>
            <a:off x="7043933" y="1205313"/>
            <a:ext cx="4572000" cy="50644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500" dirty="0">
                <a:solidFill>
                  <a:schemeClr val="bg1"/>
                </a:solidFill>
              </a:rPr>
              <a:t>Output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Nhãn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thuộc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một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trong</a:t>
            </a:r>
            <a:r>
              <a:rPr lang="en-US" sz="2000" dirty="0">
                <a:solidFill>
                  <a:schemeClr val="bg1"/>
                </a:solidFill>
              </a:rPr>
              <a:t> 10 </a:t>
            </a:r>
            <a:r>
              <a:rPr lang="en-US" sz="2000" dirty="0" err="1">
                <a:solidFill>
                  <a:schemeClr val="bg1"/>
                </a:solidFill>
              </a:rPr>
              <a:t>lớp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của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bức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ảnh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đầu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vào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5768EFB-B317-47EA-C969-D365EB13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48" y="1318656"/>
            <a:ext cx="1320463" cy="46634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VGG16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1CF39-6540-5B9E-8E6C-4310213A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Title 25">
            <a:extLst>
              <a:ext uri="{FF2B5EF4-FFF2-40B4-BE49-F238E27FC236}">
                <a16:creationId xmlns:a16="http://schemas.microsoft.com/office/drawing/2014/main" id="{298F03B0-110D-C2DB-5E69-FE89D8C87649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Các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mô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hình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sử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dụng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24B018F-CC23-5E6B-FB47-DE2AD877B4E9}"/>
              </a:ext>
            </a:extLst>
          </p:cNvPr>
          <p:cNvSpPr txBox="1">
            <a:spLocks/>
          </p:cNvSpPr>
          <p:nvPr/>
        </p:nvSpPr>
        <p:spPr>
          <a:xfrm>
            <a:off x="1101457" y="1991982"/>
            <a:ext cx="9989086" cy="6766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1800" b="1" dirty="0"/>
              <a:t>VGG16</a:t>
            </a:r>
            <a:r>
              <a:rPr lang="vi-VN" sz="1800" dirty="0"/>
              <a:t> là một mạng nơ-ron tích chập sâu (CNN) nổi tiếng và rất phổ biến, được phát triển bởi nhóm nghiên cứu tại Đại học Oxford vào năm 2015</a:t>
            </a:r>
            <a:r>
              <a:rPr lang="en-US" sz="1800" dirty="0"/>
              <a:t>.</a:t>
            </a:r>
          </a:p>
        </p:txBody>
      </p:sp>
      <p:pic>
        <p:nvPicPr>
          <p:cNvPr id="2" name="Picture 1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A92CA50-36AA-48A4-55DB-AAFEF15215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946"/>
          <a:stretch/>
        </p:blipFill>
        <p:spPr>
          <a:xfrm>
            <a:off x="0" y="2668638"/>
            <a:ext cx="12192000" cy="3285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7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5768EFB-B317-47EA-C969-D365EB13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48" y="1318656"/>
            <a:ext cx="1264019" cy="466344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resnet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1CF39-6540-5B9E-8E6C-4310213A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25">
            <a:extLst>
              <a:ext uri="{FF2B5EF4-FFF2-40B4-BE49-F238E27FC236}">
                <a16:creationId xmlns:a16="http://schemas.microsoft.com/office/drawing/2014/main" id="{298F03B0-110D-C2DB-5E69-FE89D8C87649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Các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mô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hình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sử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dụng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24B018F-CC23-5E6B-FB47-DE2AD877B4E9}"/>
              </a:ext>
            </a:extLst>
          </p:cNvPr>
          <p:cNvSpPr txBox="1">
            <a:spLocks/>
          </p:cNvSpPr>
          <p:nvPr/>
        </p:nvSpPr>
        <p:spPr>
          <a:xfrm>
            <a:off x="1101457" y="1991982"/>
            <a:ext cx="9989086" cy="10221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1800" b="1" dirty="0"/>
              <a:t>ResNet</a:t>
            </a:r>
            <a:r>
              <a:rPr lang="en-US" sz="1800" b="1" dirty="0"/>
              <a:t>(Residual Network)</a:t>
            </a:r>
            <a:r>
              <a:rPr lang="vi-VN" sz="1800" b="1" dirty="0"/>
              <a:t> </a:t>
            </a:r>
            <a:r>
              <a:rPr lang="vi-VN" sz="1800" dirty="0"/>
              <a:t>là mô hình </a:t>
            </a:r>
            <a:r>
              <a:rPr lang="en-US" sz="1800" dirty="0" err="1"/>
              <a:t>mạng</a:t>
            </a:r>
            <a:r>
              <a:rPr lang="en-US" sz="1800" dirty="0"/>
              <a:t> </a:t>
            </a:r>
            <a:r>
              <a:rPr lang="en-US" sz="1800" dirty="0" err="1"/>
              <a:t>newron</a:t>
            </a:r>
            <a:r>
              <a:rPr lang="vi-VN" sz="1800" dirty="0"/>
              <a:t> sâu được giới thiệu vào năm 2015 bởi nhóm nghiên cứu</a:t>
            </a:r>
            <a:r>
              <a:rPr lang="en-US" sz="1800" dirty="0"/>
              <a:t> ng</a:t>
            </a:r>
            <a:r>
              <a:rPr lang="vi-VN" sz="1800" dirty="0"/>
              <a:t>ười</a:t>
            </a:r>
            <a:r>
              <a:rPr lang="en-US" sz="1800" dirty="0"/>
              <a:t> Trung </a:t>
            </a:r>
            <a:r>
              <a:rPr lang="en-US" sz="1800" dirty="0" err="1"/>
              <a:t>Quốc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hội</a:t>
            </a:r>
            <a:r>
              <a:rPr lang="en-US" sz="1800" dirty="0"/>
              <a:t> </a:t>
            </a:r>
            <a:r>
              <a:rPr lang="en-US" sz="1800" dirty="0" err="1"/>
              <a:t>nghị</a:t>
            </a:r>
            <a:r>
              <a:rPr lang="en-US" sz="1800" dirty="0"/>
              <a:t> IEEE Computer Society Conference on Computer Vision and Pattern Recognition (CVPR).</a:t>
            </a:r>
          </a:p>
        </p:txBody>
      </p:sp>
      <p:pic>
        <p:nvPicPr>
          <p:cNvPr id="2" name="Picture 1" descr="A picture containing text, font, diagram, line&#10;&#10;Description automatically generated">
            <a:extLst>
              <a:ext uri="{FF2B5EF4-FFF2-40B4-BE49-F238E27FC236}">
                <a16:creationId xmlns:a16="http://schemas.microsoft.com/office/drawing/2014/main" id="{AF4DE560-0BA2-3431-777B-3948FB9EE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57" y="3201133"/>
            <a:ext cx="3886200" cy="2324100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4CC6A32-418C-3678-3E8B-3555581CB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532956" y="1696183"/>
            <a:ext cx="1781175" cy="5334000"/>
          </a:xfrm>
          <a:prstGeom prst="rect">
            <a:avLst/>
          </a:prstGeom>
        </p:spPr>
      </p:pic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67C962EF-87D7-2A4F-FD3D-EE76EBDCDDE8}"/>
              </a:ext>
            </a:extLst>
          </p:cNvPr>
          <p:cNvSpPr txBox="1">
            <a:spLocks/>
          </p:cNvSpPr>
          <p:nvPr/>
        </p:nvSpPr>
        <p:spPr>
          <a:xfrm>
            <a:off x="5756542" y="5424086"/>
            <a:ext cx="5271121" cy="9202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/>
              <a:t>K</a:t>
            </a:r>
            <a:r>
              <a:rPr lang="vi-VN" sz="1800" dirty="0"/>
              <a:t>iến trúc ResNet152 tổng cộng có 5 stage</a:t>
            </a:r>
            <a:r>
              <a:rPr lang="en-US" sz="1800" dirty="0"/>
              <a:t> m</a:t>
            </a:r>
            <a:r>
              <a:rPr lang="vi-VN" sz="1800" dirty="0"/>
              <a:t>ỗi stage bao gồm một số lượng các residual block với số lượng layer khác nhau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0540EB-6A4B-28A8-564F-BC45DFD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Title 25">
            <a:extLst>
              <a:ext uri="{FF2B5EF4-FFF2-40B4-BE49-F238E27FC236}">
                <a16:creationId xmlns:a16="http://schemas.microsoft.com/office/drawing/2014/main" id="{8B52F193-A01A-F211-0243-67EF62B35F26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Tiền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xử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lý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dữ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liệu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22C1CF7A-D247-95C8-B526-1EBDC30DEEF1}"/>
              </a:ext>
            </a:extLst>
          </p:cNvPr>
          <p:cNvSpPr txBox="1">
            <a:spLocks/>
          </p:cNvSpPr>
          <p:nvPr/>
        </p:nvSpPr>
        <p:spPr>
          <a:xfrm>
            <a:off x="576071" y="1205316"/>
            <a:ext cx="4572000" cy="525949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vi-VN" sz="1800" dirty="0"/>
              <a:t>Sử dụng lớp ImageDataGenerator để tạo ra các hình ảnh mới từ tập</a:t>
            </a:r>
            <a:r>
              <a:rPr lang="en-US" sz="1800" dirty="0"/>
              <a:t> </a:t>
            </a:r>
            <a:r>
              <a:rPr lang="vi-VN" sz="1800" dirty="0"/>
              <a:t>dữ liệu huấn luyện hiện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 .</a:t>
            </a:r>
            <a:r>
              <a:rPr lang="vi-VN" sz="1800" dirty="0"/>
              <a:t>Những tham</a:t>
            </a:r>
            <a:r>
              <a:rPr lang="en-US" sz="1800" dirty="0"/>
              <a:t> </a:t>
            </a:r>
            <a:r>
              <a:rPr lang="vi-VN" sz="1800" dirty="0"/>
              <a:t>số sử dụng trong class ImageDataGenerator là:</a:t>
            </a:r>
            <a:endParaRPr lang="en-US" sz="1800" dirty="0"/>
          </a:p>
          <a:p>
            <a:pPr algn="just"/>
            <a:r>
              <a:rPr lang="en-US" sz="1800" dirty="0"/>
              <a:t>rescale = 1./255. </a:t>
            </a:r>
          </a:p>
          <a:p>
            <a:pPr algn="just"/>
            <a:r>
              <a:rPr lang="en-US" sz="1800" dirty="0" err="1"/>
              <a:t>Rotation_range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width_shift_range</a:t>
            </a:r>
            <a:r>
              <a:rPr lang="en-US" sz="1800" dirty="0"/>
              <a:t>. </a:t>
            </a:r>
          </a:p>
          <a:p>
            <a:pPr algn="just"/>
            <a:r>
              <a:rPr lang="en-US" sz="1800" dirty="0" err="1"/>
              <a:t>height_shift_range</a:t>
            </a:r>
            <a:r>
              <a:rPr lang="en-US" sz="1800" dirty="0"/>
              <a:t>.</a:t>
            </a: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C2A78B7-0704-3FCA-A737-47230F63A7A8}"/>
              </a:ext>
            </a:extLst>
          </p:cNvPr>
          <p:cNvSpPr txBox="1">
            <a:spLocks/>
          </p:cNvSpPr>
          <p:nvPr/>
        </p:nvSpPr>
        <p:spPr>
          <a:xfrm>
            <a:off x="6655591" y="2325511"/>
            <a:ext cx="4960338" cy="394428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err="1"/>
              <a:t>shear_range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zoom_range</a:t>
            </a:r>
            <a:r>
              <a:rPr lang="en-US" sz="1800" dirty="0"/>
              <a:t>.</a:t>
            </a:r>
          </a:p>
          <a:p>
            <a:pPr algn="just"/>
            <a:r>
              <a:rPr lang="en-US" sz="1800" dirty="0" err="1"/>
              <a:t>horizontal_flip</a:t>
            </a:r>
            <a:r>
              <a:rPr lang="en-US" sz="1800" dirty="0"/>
              <a:t> = True.</a:t>
            </a:r>
          </a:p>
          <a:p>
            <a:pPr algn="just"/>
            <a:r>
              <a:rPr lang="vi-VN" sz="1800" dirty="0"/>
              <a:t>fill_mode =′ nearest′</a:t>
            </a:r>
            <a:r>
              <a:rPr lang="en-US" sz="1800" dirty="0"/>
              <a:t>.</a:t>
            </a:r>
            <a:r>
              <a:rPr lang="vi-VN" sz="1800" dirty="0"/>
              <a:t> 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65140-266E-FF5A-A1F5-36B03E3F4274}"/>
              </a:ext>
            </a:extLst>
          </p:cNvPr>
          <p:cNvSpPr txBox="1"/>
          <p:nvPr/>
        </p:nvSpPr>
        <p:spPr>
          <a:xfrm>
            <a:off x="576071" y="3974486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dirty="0"/>
              <a:t>S</a:t>
            </a:r>
            <a:r>
              <a:rPr lang="vi-VN" sz="1800" dirty="0"/>
              <a:t>ử dụng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h</a:t>
            </a:r>
            <a:r>
              <a:rPr lang="vi-VN" sz="1800" dirty="0"/>
              <a:t>ợp</a:t>
            </a:r>
            <a:r>
              <a:rPr lang="en-US" sz="1800" dirty="0"/>
              <a:t> v</a:t>
            </a:r>
            <a:r>
              <a:rPr lang="vi-VN" sz="1800" dirty="0"/>
              <a:t>ới </a:t>
            </a:r>
            <a:r>
              <a:rPr lang="en-US" sz="1800" dirty="0" err="1"/>
              <a:t>ph</a:t>
            </a:r>
            <a:r>
              <a:rPr lang="vi-VN" sz="1800" dirty="0"/>
              <a:t>ương</a:t>
            </a:r>
            <a:r>
              <a:rPr lang="en-US" sz="1800" dirty="0"/>
              <a:t> </a:t>
            </a:r>
            <a:r>
              <a:rPr lang="en-US" sz="1800" dirty="0" err="1"/>
              <a:t>th</a:t>
            </a:r>
            <a:r>
              <a:rPr lang="vi-VN" sz="1800" dirty="0"/>
              <a:t>ức</a:t>
            </a:r>
            <a:r>
              <a:rPr lang="en-US" sz="1800" dirty="0"/>
              <a:t> </a:t>
            </a:r>
            <a:r>
              <a:rPr lang="vi-VN" sz="1800" dirty="0"/>
              <a:t>flow_from_directory() để tạo ra</a:t>
            </a:r>
            <a:r>
              <a:rPr lang="en-US" sz="1800" dirty="0"/>
              <a:t> </a:t>
            </a:r>
            <a:r>
              <a:rPr lang="vi-VN" sz="1800" dirty="0"/>
              <a:t>dữ liệu huấn luyện dưới dạng luồng đối</a:t>
            </a:r>
            <a:r>
              <a:rPr lang="en-US" sz="1800" dirty="0"/>
              <a:t> </a:t>
            </a:r>
            <a:r>
              <a:rPr lang="vi-VN" sz="1800" dirty="0"/>
              <a:t>với cả 3 tập train, valid và</a:t>
            </a:r>
            <a:r>
              <a:rPr lang="en-US" sz="1800" dirty="0"/>
              <a:t> </a:t>
            </a:r>
            <a:r>
              <a:rPr lang="vi-VN" sz="1800" dirty="0"/>
              <a:t>test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285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CC93-7672-B278-4A84-0AB0F722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9</a:t>
            </a:fld>
            <a:endParaRPr lang="en-US" dirty="0"/>
          </a:p>
        </p:txBody>
      </p:sp>
      <p:sp>
        <p:nvSpPr>
          <p:cNvPr id="9" name="Title 25">
            <a:extLst>
              <a:ext uri="{FF2B5EF4-FFF2-40B4-BE49-F238E27FC236}">
                <a16:creationId xmlns:a16="http://schemas.microsoft.com/office/drawing/2014/main" id="{E00F9158-7456-51F9-CFBE-781346CBC484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Quá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trình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huấn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luyện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0A93AA3B-BDE5-E197-DF49-E1052746C666}"/>
              </a:ext>
            </a:extLst>
          </p:cNvPr>
          <p:cNvSpPr txBox="1">
            <a:spLocks/>
          </p:cNvSpPr>
          <p:nvPr/>
        </p:nvSpPr>
        <p:spPr>
          <a:xfrm>
            <a:off x="598647" y="1178729"/>
            <a:ext cx="6806863" cy="26143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keras.applications.vgg16 </a:t>
            </a: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VGG16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[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224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 VGG16(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input_shape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image_size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[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], 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imagenet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include_top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 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layer 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base_model.layers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layer.trainable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False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 = Flatten()(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base_model.output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 = Dense(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activation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softmax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)(x)</a:t>
            </a:r>
          </a:p>
          <a:p>
            <a:pPr marL="0" indent="0">
              <a:lnSpc>
                <a:spcPts val="1300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Model(inputs =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base_model.input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outputs = prediction)</a:t>
            </a:r>
          </a:p>
          <a:p>
            <a:pPr marL="0" indent="0">
              <a:lnSpc>
                <a:spcPts val="1300"/>
              </a:lnSpc>
              <a:buNone/>
            </a:pPr>
            <a:endParaRPr lang="en-US" sz="1400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2280F4-6069-C0C3-9F9A-F02370348996}"/>
              </a:ext>
            </a:extLst>
          </p:cNvPr>
          <p:cNvSpPr txBox="1">
            <a:spLocks/>
          </p:cNvSpPr>
          <p:nvPr/>
        </p:nvSpPr>
        <p:spPr>
          <a:xfrm>
            <a:off x="598648" y="4143022"/>
            <a:ext cx="4554276" cy="2235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err="1"/>
              <a:t>Dòng</a:t>
            </a:r>
            <a:r>
              <a:rPr lang="en-US" sz="1800" dirty="0"/>
              <a:t> </a:t>
            </a:r>
            <a:r>
              <a:rPr lang="en-US" sz="1800" dirty="0" err="1"/>
              <a:t>đầu</a:t>
            </a:r>
            <a:r>
              <a:rPr lang="en-US" sz="1800" dirty="0"/>
              <a:t> </a:t>
            </a:r>
            <a:r>
              <a:rPr lang="en-US" sz="1800" dirty="0" err="1"/>
              <a:t>tiên</a:t>
            </a:r>
            <a:r>
              <a:rPr lang="en-US" sz="1800" dirty="0"/>
              <a:t> </a:t>
            </a:r>
            <a:r>
              <a:rPr lang="en-US" sz="1800" dirty="0" err="1"/>
              <a:t>tải</a:t>
            </a:r>
            <a:r>
              <a:rPr lang="en-US" sz="1800" dirty="0"/>
              <a:t> </a:t>
            </a:r>
            <a:r>
              <a:rPr lang="en-US" sz="1800" dirty="0" err="1"/>
              <a:t>kiến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</a:t>
            </a:r>
            <a:r>
              <a:rPr lang="en-US" sz="1800" dirty="0" err="1"/>
              <a:t>mạng</a:t>
            </a:r>
            <a:r>
              <a:rPr lang="en-US" sz="1800" dirty="0"/>
              <a:t> VGG16 đ</a:t>
            </a:r>
            <a:r>
              <a:rPr lang="vi-VN" sz="1800" dirty="0"/>
              <a:t>ược</a:t>
            </a:r>
            <a:r>
              <a:rPr lang="en-US" sz="1800" dirty="0"/>
              <a:t> </a:t>
            </a:r>
            <a:r>
              <a:rPr lang="en-US" sz="1800" dirty="0" err="1"/>
              <a:t>huấn</a:t>
            </a:r>
            <a:r>
              <a:rPr lang="en-US" sz="1800" dirty="0"/>
              <a:t> </a:t>
            </a:r>
            <a:r>
              <a:rPr lang="en-US" sz="1800" dirty="0" err="1"/>
              <a:t>luyện</a:t>
            </a:r>
            <a:r>
              <a:rPr lang="en-US" sz="1800" dirty="0"/>
              <a:t> </a:t>
            </a:r>
            <a:r>
              <a:rPr lang="en-US" sz="1800" dirty="0" err="1"/>
              <a:t>sẵn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th</a:t>
            </a:r>
            <a:r>
              <a:rPr lang="vi-VN" sz="1800" dirty="0"/>
              <a:t>ư</a:t>
            </a:r>
            <a:r>
              <a:rPr lang="en-US" sz="1800" dirty="0"/>
              <a:t> </a:t>
            </a:r>
            <a:r>
              <a:rPr lang="en-US" sz="1800" dirty="0" err="1"/>
              <a:t>viện</a:t>
            </a:r>
            <a:r>
              <a:rPr lang="en-US" sz="1800" dirty="0"/>
              <a:t> </a:t>
            </a:r>
            <a:r>
              <a:rPr lang="en-US" sz="1800" dirty="0" err="1"/>
              <a:t>Keras</a:t>
            </a:r>
            <a:r>
              <a:rPr lang="en-US" sz="1800" dirty="0"/>
              <a:t>.</a:t>
            </a:r>
          </a:p>
          <a:p>
            <a:pPr algn="just"/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model đ</a:t>
            </a:r>
            <a:r>
              <a:rPr lang="vi-V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ược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điều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chỉnh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endParaRPr lang="en-US" sz="18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0E22FCFB-CA33-A6ED-2326-89B5A9C46CF2}"/>
              </a:ext>
            </a:extLst>
          </p:cNvPr>
          <p:cNvSpPr txBox="1">
            <a:spLocks/>
          </p:cNvSpPr>
          <p:nvPr/>
        </p:nvSpPr>
        <p:spPr>
          <a:xfrm>
            <a:off x="7495822" y="996922"/>
            <a:ext cx="4097530" cy="40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vi-V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eights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‘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imagenet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’</a:t>
            </a:r>
          </a:p>
          <a:p>
            <a:pPr algn="just"/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include_top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False</a:t>
            </a:r>
            <a:r>
              <a:rPr lang="en-US" sz="1800" dirty="0"/>
              <a:t>.</a:t>
            </a:r>
          </a:p>
          <a:p>
            <a:pPr algn="just"/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layer.trainable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False.</a:t>
            </a:r>
          </a:p>
          <a:p>
            <a:pPr algn="just"/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Prediction.</a:t>
            </a:r>
          </a:p>
          <a:p>
            <a:pPr algn="just"/>
            <a:r>
              <a:rPr lang="en-US" sz="1800" dirty="0" err="1"/>
              <a:t>Dòng</a:t>
            </a:r>
            <a:r>
              <a:rPr lang="en-US" sz="1800" dirty="0"/>
              <a:t> </a:t>
            </a:r>
            <a:r>
              <a:rPr lang="en-US" sz="1800" dirty="0" err="1"/>
              <a:t>cuối</a:t>
            </a:r>
            <a:r>
              <a:rPr lang="en-US" sz="1800" dirty="0"/>
              <a:t> </a:t>
            </a:r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244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CC93-7672-B278-4A84-0AB0F7221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10</a:t>
            </a:fld>
            <a:endParaRPr lang="en-US" dirty="0"/>
          </a:p>
        </p:txBody>
      </p:sp>
      <p:sp>
        <p:nvSpPr>
          <p:cNvPr id="9" name="Title 25">
            <a:extLst>
              <a:ext uri="{FF2B5EF4-FFF2-40B4-BE49-F238E27FC236}">
                <a16:creationId xmlns:a16="http://schemas.microsoft.com/office/drawing/2014/main" id="{E00F9158-7456-51F9-CFBE-781346CBC484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Quá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trình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huấn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luyện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0A93AA3B-BDE5-E197-DF49-E1052746C666}"/>
              </a:ext>
            </a:extLst>
          </p:cNvPr>
          <p:cNvSpPr txBox="1">
            <a:spLocks/>
          </p:cNvSpPr>
          <p:nvPr/>
        </p:nvSpPr>
        <p:spPr>
          <a:xfrm>
            <a:off x="598648" y="1964211"/>
            <a:ext cx="5497352" cy="146478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LEARNING_RATE = 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0.0001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opt = Adam(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LEARNING_RATE)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compile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(optimizer=opt, loss=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keras.losses.categorical_crossentropy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metrics=[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 marL="0" indent="0">
              <a:lnSpc>
                <a:spcPct val="50000"/>
              </a:lnSpc>
              <a:buNone/>
            </a:pPr>
            <a:endParaRPr lang="en-US" sz="1400"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0F82BDF2-913E-1B16-D1BD-56A92807C476}"/>
              </a:ext>
            </a:extLst>
          </p:cNvPr>
          <p:cNvSpPr txBox="1">
            <a:spLocks/>
          </p:cNvSpPr>
          <p:nvPr/>
        </p:nvSpPr>
        <p:spPr>
          <a:xfrm>
            <a:off x="598647" y="3543808"/>
            <a:ext cx="5328019" cy="28730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siêu</a:t>
            </a:r>
            <a:r>
              <a:rPr lang="en-US" sz="1800" dirty="0"/>
              <a:t> </a:t>
            </a:r>
            <a:r>
              <a:rPr lang="en-US" sz="1800" dirty="0" err="1"/>
              <a:t>tham</a:t>
            </a:r>
            <a:r>
              <a:rPr lang="en-US" sz="1800" dirty="0"/>
              <a:t> </a:t>
            </a:r>
            <a:r>
              <a:rPr lang="en-US" sz="1800" dirty="0" err="1"/>
              <a:t>số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quá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huấn</a:t>
            </a:r>
            <a:r>
              <a:rPr lang="en-US" sz="1800" dirty="0"/>
              <a:t> </a:t>
            </a:r>
            <a:r>
              <a:rPr lang="en-US" sz="1800" dirty="0" err="1"/>
              <a:t>luyện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model v</a:t>
            </a:r>
            <a:r>
              <a:rPr lang="vi-VN" sz="1800" dirty="0"/>
              <a:t>ới</a:t>
            </a:r>
            <a:r>
              <a:rPr lang="en-US" sz="1800" dirty="0"/>
              <a:t> compile() method.</a:t>
            </a:r>
            <a:endParaRPr lang="en-US" sz="1800" dirty="0">
              <a:solidFill>
                <a:srgbClr val="000000"/>
              </a:solidFill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optimizer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Adam(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LEARNING_RATE)</a:t>
            </a:r>
            <a:r>
              <a:rPr lang="en-US" sz="1400" dirty="0"/>
              <a:t>.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loss: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categorical_crossentropy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just"/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metrics: </a:t>
            </a:r>
            <a:r>
              <a:rPr lang="en-US" sz="1400" b="0" dirty="0">
                <a:effectLst/>
                <a:latin typeface="Courier New" panose="02070309020205020404" pitchFamily="49" charset="0"/>
              </a:rPr>
              <a:t>accuracy</a:t>
            </a:r>
            <a:r>
              <a:rPr lang="en-US" sz="1800" dirty="0"/>
              <a:t>.</a:t>
            </a:r>
          </a:p>
        </p:txBody>
      </p:sp>
      <p:sp>
        <p:nvSpPr>
          <p:cNvPr id="7" name="Title 25">
            <a:extLst>
              <a:ext uri="{FF2B5EF4-FFF2-40B4-BE49-F238E27FC236}">
                <a16:creationId xmlns:a16="http://schemas.microsoft.com/office/drawing/2014/main" id="{D93029BB-4ED7-A480-997B-AFE72062913D}"/>
              </a:ext>
            </a:extLst>
          </p:cNvPr>
          <p:cNvSpPr txBox="1">
            <a:spLocks/>
          </p:cNvSpPr>
          <p:nvPr/>
        </p:nvSpPr>
        <p:spPr>
          <a:xfrm>
            <a:off x="1353312" y="1128888"/>
            <a:ext cx="2484910" cy="501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tx1"/>
                </a:solidFill>
              </a:rPr>
              <a:t>Lần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thứ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nhất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D96B7339-C67F-851A-599D-A4599E540636}"/>
              </a:ext>
            </a:extLst>
          </p:cNvPr>
          <p:cNvSpPr txBox="1">
            <a:spLocks/>
          </p:cNvSpPr>
          <p:nvPr/>
        </p:nvSpPr>
        <p:spPr>
          <a:xfrm>
            <a:off x="6567536" y="1949225"/>
            <a:ext cx="5497352" cy="1479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layer 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base_model.layers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	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layer.trainable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sz="1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compile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(loss=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categorical_crossentropy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optimizer=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keras.optimizers.SGD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lr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98156"/>
                </a:solidFill>
                <a:latin typeface="Courier New" panose="02070309020205020404" pitchFamily="49" charset="0"/>
              </a:rPr>
              <a:t>0.0001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momentum=</a:t>
            </a:r>
            <a:r>
              <a:rPr lang="en-US" sz="1400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0.9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),metrics=[</a:t>
            </a:r>
            <a:r>
              <a:rPr lang="en-US" sz="14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'accuracy'</a:t>
            </a:r>
            <a:r>
              <a:rPr lang="en-US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</p:txBody>
      </p:sp>
      <p:sp>
        <p:nvSpPr>
          <p:cNvPr id="10" name="Title 25">
            <a:extLst>
              <a:ext uri="{FF2B5EF4-FFF2-40B4-BE49-F238E27FC236}">
                <a16:creationId xmlns:a16="http://schemas.microsoft.com/office/drawing/2014/main" id="{06DFB1A1-CAA7-F803-7C1A-123251A3511E}"/>
              </a:ext>
            </a:extLst>
          </p:cNvPr>
          <p:cNvSpPr txBox="1">
            <a:spLocks/>
          </p:cNvSpPr>
          <p:nvPr/>
        </p:nvSpPr>
        <p:spPr>
          <a:xfrm>
            <a:off x="8172535" y="1128887"/>
            <a:ext cx="2287355" cy="501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solidFill>
                  <a:schemeClr val="tx1"/>
                </a:solidFill>
              </a:rPr>
              <a:t>Lần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thứ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hai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078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F8520-CF3A-DEEA-6A9F-571CC04E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4572EC99-83A6-9CF4-E11B-03A1FCA2475E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Bộ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dữ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liệu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8DF50941-83AA-A810-3D21-F00200CD232E}"/>
              </a:ext>
            </a:extLst>
          </p:cNvPr>
          <p:cNvSpPr txBox="1">
            <a:spLocks/>
          </p:cNvSpPr>
          <p:nvPr/>
        </p:nvSpPr>
        <p:spPr>
          <a:xfrm>
            <a:off x="576071" y="1205316"/>
            <a:ext cx="4572000" cy="421335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đ</a:t>
            </a:r>
            <a:r>
              <a:rPr lang="vi-VN" sz="1800" dirty="0"/>
              <a:t>ược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gồm</a:t>
            </a:r>
            <a:r>
              <a:rPr lang="en-US" sz="1800" dirty="0"/>
              <a:t> 3 </a:t>
            </a:r>
            <a:r>
              <a:rPr lang="en-US" sz="1800" dirty="0" err="1"/>
              <a:t>tập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train, validation </a:t>
            </a:r>
            <a:r>
              <a:rPr lang="en-US" sz="1800" dirty="0" err="1"/>
              <a:t>và</a:t>
            </a:r>
            <a:r>
              <a:rPr lang="en-US" sz="1800" dirty="0"/>
              <a:t> test. Đ</a:t>
            </a:r>
            <a:r>
              <a:rPr lang="vi-VN" sz="1800" dirty="0"/>
              <a:t>ược</a:t>
            </a:r>
            <a:r>
              <a:rPr lang="en-US" sz="1800" dirty="0"/>
              <a:t> chia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tỉ</a:t>
            </a:r>
            <a:r>
              <a:rPr lang="en-US" sz="1800" dirty="0"/>
              <a:t> </a:t>
            </a:r>
            <a:r>
              <a:rPr lang="en-US" sz="1800" dirty="0" err="1"/>
              <a:t>lệ</a:t>
            </a:r>
            <a:r>
              <a:rPr lang="en-US" sz="1800" dirty="0"/>
              <a:t> 7:2:1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tập</a:t>
            </a:r>
            <a:r>
              <a:rPr lang="en-US" sz="1800" dirty="0"/>
              <a:t> train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New Plant Diseases Dataset(Augmented) </a:t>
            </a:r>
            <a:r>
              <a:rPr lang="en-US" sz="1800" dirty="0" err="1"/>
              <a:t>lấy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Kaggle.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 err="1"/>
              <a:t>Chứa</a:t>
            </a:r>
            <a:r>
              <a:rPr lang="en-US" sz="1800" dirty="0"/>
              <a:t> </a:t>
            </a:r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cộng</a:t>
            </a:r>
            <a:r>
              <a:rPr lang="en-US" sz="1800" dirty="0"/>
              <a:t> 18303 </a:t>
            </a:r>
            <a:r>
              <a:rPr lang="en-US" sz="1800" dirty="0" err="1"/>
              <a:t>tấm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lá</a:t>
            </a:r>
            <a:r>
              <a:rPr lang="en-US" sz="1800" dirty="0"/>
              <a:t> </a:t>
            </a:r>
            <a:r>
              <a:rPr lang="en-US" sz="1800" dirty="0" err="1"/>
              <a:t>cà</a:t>
            </a:r>
            <a:r>
              <a:rPr lang="en-US" sz="1800" dirty="0"/>
              <a:t> </a:t>
            </a:r>
            <a:r>
              <a:rPr lang="en-US" sz="1800" dirty="0" err="1"/>
              <a:t>chua</a:t>
            </a:r>
            <a:r>
              <a:rPr lang="en-US" sz="1800" dirty="0"/>
              <a:t>.</a:t>
            </a:r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Trong </a:t>
            </a: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tập</a:t>
            </a:r>
            <a:r>
              <a:rPr lang="en-US" sz="1800" dirty="0"/>
              <a:t> </a:t>
            </a:r>
            <a:r>
              <a:rPr lang="en-US" sz="1800" dirty="0" err="1"/>
              <a:t>chứa</a:t>
            </a:r>
            <a:r>
              <a:rPr lang="en-US" sz="1800" dirty="0"/>
              <a:t> 10 </a:t>
            </a:r>
            <a:r>
              <a:rPr lang="en-US" sz="1800" dirty="0" err="1"/>
              <a:t>lớp</a:t>
            </a:r>
            <a:r>
              <a:rPr lang="en-US" sz="1800" dirty="0"/>
              <a:t> t</a:t>
            </a:r>
            <a:r>
              <a:rPr lang="vi-VN" sz="1800" dirty="0"/>
              <a:t>ương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9 </a:t>
            </a:r>
            <a:r>
              <a:rPr lang="en-US" sz="1800" dirty="0" err="1"/>
              <a:t>loại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1 </a:t>
            </a:r>
            <a:r>
              <a:rPr lang="en-US" sz="1800" dirty="0" err="1"/>
              <a:t>lớp</a:t>
            </a:r>
            <a:r>
              <a:rPr lang="en-US" sz="1800" dirty="0"/>
              <a:t> </a:t>
            </a:r>
            <a:r>
              <a:rPr lang="en-US" sz="1800" dirty="0" err="1"/>
              <a:t>dành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nh</a:t>
            </a:r>
            <a:r>
              <a:rPr lang="vi-VN" sz="1800" dirty="0"/>
              <a:t>ững </a:t>
            </a:r>
            <a:r>
              <a:rPr lang="en-US" sz="1800" dirty="0" err="1"/>
              <a:t>lá</a:t>
            </a:r>
            <a:r>
              <a:rPr lang="en-US" sz="1800" dirty="0"/>
              <a:t> </a:t>
            </a:r>
            <a:r>
              <a:rPr lang="en-US" sz="1800" dirty="0" err="1"/>
              <a:t>cà</a:t>
            </a:r>
            <a:r>
              <a:rPr lang="en-US" sz="1800" dirty="0"/>
              <a:t> </a:t>
            </a:r>
            <a:r>
              <a:rPr lang="en-US" sz="1800" dirty="0" err="1"/>
              <a:t>chua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en-US" sz="1800" dirty="0"/>
              <a:t> </a:t>
            </a:r>
            <a:r>
              <a:rPr lang="en-US" sz="1800" dirty="0" err="1"/>
              <a:t>bệnh</a:t>
            </a:r>
            <a:r>
              <a:rPr lang="en-US" sz="1800" dirty="0"/>
              <a:t>(Healthy)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biết</a:t>
            </a:r>
            <a:r>
              <a:rPr lang="en-US" sz="1800" dirty="0"/>
              <a:t>, </a:t>
            </a:r>
            <a:r>
              <a:rPr lang="en-US" sz="1800" dirty="0" err="1"/>
              <a:t>cụ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:</a:t>
            </a:r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E74C43BD-5264-FE2E-177F-D8E56EAE2361}"/>
              </a:ext>
            </a:extLst>
          </p:cNvPr>
          <p:cNvSpPr txBox="1">
            <a:spLocks/>
          </p:cNvSpPr>
          <p:nvPr/>
        </p:nvSpPr>
        <p:spPr>
          <a:xfrm>
            <a:off x="7043929" y="1205316"/>
            <a:ext cx="4572000" cy="465361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đốm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vi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khuẩn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(Bacterial spot)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bạc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lá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sớm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(Early blight)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Khoẻ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mạnh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(Healthy)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héo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úa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)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muộn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(Late blight)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mốc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lá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(Leaf Mold)</a:t>
            </a:r>
          </a:p>
          <a:p>
            <a:pPr algn="just"/>
            <a:r>
              <a:rPr lang="pt-BR" sz="1800" dirty="0">
                <a:solidFill>
                  <a:schemeClr val="tx1">
                    <a:lumMod val="75000"/>
                  </a:schemeClr>
                </a:solidFill>
              </a:rPr>
              <a:t>Bệnh đốm lá(Septoria leaf spot)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ve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nhện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(Spider mites Two-spotted spider mite)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đốm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mục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tiêu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đốm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vòng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mạch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gỗ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)(Target Spot)</a:t>
            </a:r>
          </a:p>
          <a:p>
            <a:pPr algn="just"/>
            <a:r>
              <a:rPr lang="pt-BR" sz="1800" dirty="0">
                <a:solidFill>
                  <a:schemeClr val="tx1">
                    <a:lumMod val="75000"/>
                  </a:schemeClr>
                </a:solidFill>
              </a:rPr>
              <a:t>Bệnh "xoăn lá" do virus khảm cà chua(Tomato mosaic virus)</a:t>
            </a:r>
          </a:p>
          <a:p>
            <a:pPr algn="just"/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Bệnh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vọng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xoắn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vàng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</a:rPr>
              <a:t>lá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</a:rPr>
              <a:t>(Tomato Yellow Leaf Curl Virus)</a:t>
            </a:r>
          </a:p>
        </p:txBody>
      </p:sp>
    </p:spTree>
    <p:extLst>
      <p:ext uri="{BB962C8B-B14F-4D97-AF65-F5344CB8AC3E}">
        <p14:creationId xmlns:p14="http://schemas.microsoft.com/office/powerpoint/2010/main" val="169908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CF8520-CF3A-DEEA-6A9F-571CC04E7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4572EC99-83A6-9CF4-E11B-03A1FCA2475E}"/>
              </a:ext>
            </a:extLst>
          </p:cNvPr>
          <p:cNvSpPr txBox="1">
            <a:spLocks/>
          </p:cNvSpPr>
          <p:nvPr/>
        </p:nvSpPr>
        <p:spPr>
          <a:xfrm>
            <a:off x="598648" y="320266"/>
            <a:ext cx="7303573" cy="6766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err="1">
                <a:solidFill>
                  <a:schemeClr val="tx1"/>
                </a:solidFill>
              </a:rPr>
              <a:t>Bộ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dữ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liệu</a:t>
            </a:r>
            <a:endParaRPr lang="en-US" sz="4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FFBB1-40B1-620A-5E66-E5247A12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86143"/>
            <a:ext cx="5304762" cy="3485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35CFDB-6919-5CBA-FA82-185CA8DB4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045" y="1686143"/>
            <a:ext cx="5304762" cy="346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82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10515600" cy="67665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1" y="1106424"/>
            <a:ext cx="6671395" cy="485310"/>
          </a:xfrm>
        </p:spPr>
        <p:txBody>
          <a:bodyPr>
            <a:normAutofit/>
          </a:bodyPr>
          <a:lstStyle/>
          <a:p>
            <a:r>
              <a:rPr lang="fr-FR" sz="2400" dirty="0" err="1"/>
              <a:t>Trên</a:t>
            </a:r>
            <a:r>
              <a:rPr lang="fr-FR" sz="2400" dirty="0"/>
              <a:t> </a:t>
            </a:r>
            <a:r>
              <a:rPr lang="fr-FR" sz="2400" dirty="0" err="1"/>
              <a:t>tập</a:t>
            </a:r>
            <a:r>
              <a:rPr lang="fr-FR" sz="2400" dirty="0"/>
              <a:t> Train </a:t>
            </a:r>
            <a:r>
              <a:rPr lang="fr-FR" sz="2400" dirty="0" err="1"/>
              <a:t>và</a:t>
            </a:r>
            <a:r>
              <a:rPr lang="fr-FR" sz="2400" dirty="0"/>
              <a:t> Validation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1" y="1673126"/>
            <a:ext cx="3713707" cy="4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b="1" dirty="0" err="1"/>
              <a:t>Độ</a:t>
            </a:r>
            <a:r>
              <a:rPr lang="en-US" sz="2200" b="1" dirty="0"/>
              <a:t> </a:t>
            </a:r>
            <a:r>
              <a:rPr lang="en-US" sz="2200" b="1" dirty="0" err="1"/>
              <a:t>chính</a:t>
            </a:r>
            <a:r>
              <a:rPr lang="en-US" sz="2200" b="1" dirty="0"/>
              <a:t> </a:t>
            </a:r>
            <a:r>
              <a:rPr lang="en-US" sz="2200" b="1" dirty="0" err="1"/>
              <a:t>xác</a:t>
            </a:r>
            <a:r>
              <a:rPr lang="en-US" sz="2200" b="1" dirty="0"/>
              <a:t> (Accuracy)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1831" y="5638236"/>
            <a:ext cx="10307833" cy="982020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>
                <a:solidFill>
                  <a:schemeClr val="bg1"/>
                </a:solidFill>
              </a:rPr>
              <a:t>Sau 10 lần lặp ta có thể dễ dàng nhận thấy model ResNet152 cho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kết quả tốt hơn nhiều so với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model VGG16 cả trên tập train 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tập validation.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1B9914FB-2D43-7F81-4024-A38B69D1944C}"/>
              </a:ext>
            </a:extLst>
          </p:cNvPr>
          <p:cNvSpPr txBox="1">
            <a:spLocks/>
          </p:cNvSpPr>
          <p:nvPr/>
        </p:nvSpPr>
        <p:spPr>
          <a:xfrm>
            <a:off x="941831" y="2111925"/>
            <a:ext cx="3438145" cy="497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Lần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huyến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luyện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cap="all" dirty="0" err="1">
                <a:solidFill>
                  <a:schemeClr val="bg1"/>
                </a:solidFill>
              </a:rPr>
              <a:t>nhất</a:t>
            </a:r>
            <a:endParaRPr lang="en-US" sz="2000" b="1" cap="all" dirty="0">
              <a:solidFill>
                <a:schemeClr val="bg1"/>
              </a:solidFill>
            </a:endParaRPr>
          </a:p>
        </p:txBody>
      </p:sp>
      <p:pic>
        <p:nvPicPr>
          <p:cNvPr id="19" name="Picture 18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73BD11E0-09C0-7F7C-FF19-D2C051CD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8" y="2606040"/>
            <a:ext cx="4785813" cy="2873062"/>
          </a:xfrm>
          <a:prstGeom prst="rect">
            <a:avLst/>
          </a:prstGeom>
        </p:spPr>
      </p:pic>
      <p:pic>
        <p:nvPicPr>
          <p:cNvPr id="21" name="Picture 20" descr="A picture containing text, screenshot, line, diagram&#10;&#10;Description automatically generated">
            <a:extLst>
              <a:ext uri="{FF2B5EF4-FFF2-40B4-BE49-F238E27FC236}">
                <a16:creationId xmlns:a16="http://schemas.microsoft.com/office/drawing/2014/main" id="{CC824B31-5556-C648-E65E-AAB879A95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851" y="2606040"/>
            <a:ext cx="4785813" cy="28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00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10515600" cy="67665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1" y="1106424"/>
            <a:ext cx="6671395" cy="485310"/>
          </a:xfrm>
        </p:spPr>
        <p:txBody>
          <a:bodyPr>
            <a:normAutofit/>
          </a:bodyPr>
          <a:lstStyle/>
          <a:p>
            <a:r>
              <a:rPr lang="fr-FR" sz="2400" dirty="0" err="1"/>
              <a:t>Trên</a:t>
            </a:r>
            <a:r>
              <a:rPr lang="fr-FR" sz="2400" dirty="0"/>
              <a:t> </a:t>
            </a:r>
            <a:r>
              <a:rPr lang="fr-FR" sz="2400" dirty="0" err="1"/>
              <a:t>tập</a:t>
            </a:r>
            <a:r>
              <a:rPr lang="fr-FR" sz="2400" dirty="0"/>
              <a:t> Train </a:t>
            </a:r>
            <a:r>
              <a:rPr lang="fr-FR" sz="2400" dirty="0" err="1"/>
              <a:t>và</a:t>
            </a:r>
            <a:r>
              <a:rPr lang="fr-FR" sz="2400" dirty="0"/>
              <a:t> Validation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1" y="1673126"/>
            <a:ext cx="3713707" cy="4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b="1" dirty="0" err="1"/>
              <a:t>Độ</a:t>
            </a:r>
            <a:r>
              <a:rPr lang="en-US" sz="2200" b="1" dirty="0"/>
              <a:t> </a:t>
            </a:r>
            <a:r>
              <a:rPr lang="en-US" sz="2200" b="1" dirty="0" err="1"/>
              <a:t>chính</a:t>
            </a:r>
            <a:r>
              <a:rPr lang="en-US" sz="2200" b="1" dirty="0"/>
              <a:t> </a:t>
            </a:r>
            <a:r>
              <a:rPr lang="en-US" sz="2200" b="1" dirty="0" err="1"/>
              <a:t>xác</a:t>
            </a:r>
            <a:r>
              <a:rPr lang="en-US" sz="2200" b="1" dirty="0"/>
              <a:t> (Accuracy)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1831" y="5638236"/>
            <a:ext cx="10307833" cy="982020"/>
          </a:xfrm>
        </p:spPr>
        <p:txBody>
          <a:bodyPr/>
          <a:lstStyle/>
          <a:p>
            <a:pPr marL="0" indent="0" algn="just">
              <a:buNone/>
            </a:pPr>
            <a:r>
              <a:rPr lang="vi-VN" dirty="0">
                <a:solidFill>
                  <a:schemeClr val="bg1"/>
                </a:solidFill>
              </a:rPr>
              <a:t>Ở lần train thứ hai độ chính xác của cả hai mô hình đã được nâng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lên đáng kể đặc biệt là ở model VGG16. Tuy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nhiên vẫn là model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ResNet152 có độ chính xác nhỉnh hơn vài phần trăm.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1B9914FB-2D43-7F81-4024-A38B69D1944C}"/>
              </a:ext>
            </a:extLst>
          </p:cNvPr>
          <p:cNvSpPr txBox="1">
            <a:spLocks/>
          </p:cNvSpPr>
          <p:nvPr/>
        </p:nvSpPr>
        <p:spPr>
          <a:xfrm>
            <a:off x="941831" y="2111925"/>
            <a:ext cx="3438145" cy="497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Lần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huyến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luyện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cap="all" dirty="0">
                <a:solidFill>
                  <a:schemeClr val="bg1"/>
                </a:solidFill>
              </a:rPr>
              <a:t>HAI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85143F-732C-1412-F569-D758FC60B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1" y="2595737"/>
            <a:ext cx="4749974" cy="2851547"/>
          </a:xfrm>
          <a:prstGeom prst="rect">
            <a:avLst/>
          </a:prstGeom>
        </p:spPr>
      </p:pic>
      <p:pic>
        <p:nvPicPr>
          <p:cNvPr id="6" name="Picture 5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F195B7D9-2140-828F-3F65-661DF15B4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690" y="2595737"/>
            <a:ext cx="4749974" cy="285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56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10515600" cy="67665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1" y="1106424"/>
            <a:ext cx="6671395" cy="485310"/>
          </a:xfrm>
        </p:spPr>
        <p:txBody>
          <a:bodyPr>
            <a:normAutofit/>
          </a:bodyPr>
          <a:lstStyle/>
          <a:p>
            <a:r>
              <a:rPr lang="fr-FR" sz="2400" dirty="0" err="1"/>
              <a:t>Trên</a:t>
            </a:r>
            <a:r>
              <a:rPr lang="fr-FR" sz="2400" dirty="0"/>
              <a:t> </a:t>
            </a:r>
            <a:r>
              <a:rPr lang="fr-FR" sz="2400" dirty="0" err="1"/>
              <a:t>tập</a:t>
            </a:r>
            <a:r>
              <a:rPr lang="fr-FR" sz="2400" dirty="0"/>
              <a:t> Train </a:t>
            </a:r>
            <a:r>
              <a:rPr lang="fr-FR" sz="2400" dirty="0" err="1"/>
              <a:t>và</a:t>
            </a:r>
            <a:r>
              <a:rPr lang="fr-FR" sz="2400" dirty="0"/>
              <a:t> Validation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1" y="1673126"/>
            <a:ext cx="3713707" cy="4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b="1" dirty="0" err="1"/>
              <a:t>Độ</a:t>
            </a:r>
            <a:r>
              <a:rPr lang="en-US" sz="2200" b="1" dirty="0"/>
              <a:t> </a:t>
            </a:r>
            <a:r>
              <a:rPr lang="en-US" sz="2200" b="1" dirty="0" err="1"/>
              <a:t>lỗi</a:t>
            </a:r>
            <a:r>
              <a:rPr lang="en-US" sz="2200" b="1" dirty="0"/>
              <a:t> (Loss)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1831" y="5638236"/>
            <a:ext cx="10307833" cy="982020"/>
          </a:xfrm>
        </p:spPr>
        <p:txBody>
          <a:bodyPr/>
          <a:lstStyle/>
          <a:p>
            <a:pPr marL="0" indent="0">
              <a:buNone/>
            </a:pPr>
            <a:r>
              <a:rPr lang="vi-VN" dirty="0">
                <a:solidFill>
                  <a:schemeClr val="bg1"/>
                </a:solidFill>
              </a:rPr>
              <a:t>Model ResNet152 chứng tỏ sự vượt trội của mình khi có độ lỗi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thấp hơn gần một nửa so với model VGG16.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1B9914FB-2D43-7F81-4024-A38B69D1944C}"/>
              </a:ext>
            </a:extLst>
          </p:cNvPr>
          <p:cNvSpPr txBox="1">
            <a:spLocks/>
          </p:cNvSpPr>
          <p:nvPr/>
        </p:nvSpPr>
        <p:spPr>
          <a:xfrm>
            <a:off x="941831" y="2111925"/>
            <a:ext cx="3438145" cy="497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Lần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huyến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luyện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cap="all" dirty="0" err="1">
                <a:solidFill>
                  <a:schemeClr val="bg1"/>
                </a:solidFill>
              </a:rPr>
              <a:t>nhất</a:t>
            </a:r>
            <a:endParaRPr lang="en-US" sz="2000" b="1" cap="all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29F476CB-CF9D-9CF6-A635-CE721A100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606040"/>
            <a:ext cx="4714970" cy="2873062"/>
          </a:xfrm>
          <a:prstGeom prst="rect">
            <a:avLst/>
          </a:prstGeom>
        </p:spPr>
      </p:pic>
      <p:pic>
        <p:nvPicPr>
          <p:cNvPr id="12" name="Picture 11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FDB68244-CF83-7EF9-0BAF-C8AEF29FB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694" y="2606040"/>
            <a:ext cx="4714970" cy="28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5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20040"/>
            <a:ext cx="10515600" cy="67665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1" y="1106424"/>
            <a:ext cx="6671395" cy="485310"/>
          </a:xfrm>
        </p:spPr>
        <p:txBody>
          <a:bodyPr>
            <a:normAutofit/>
          </a:bodyPr>
          <a:lstStyle/>
          <a:p>
            <a:r>
              <a:rPr lang="fr-FR" sz="2400" dirty="0" err="1"/>
              <a:t>Trên</a:t>
            </a:r>
            <a:r>
              <a:rPr lang="fr-FR" sz="2400" dirty="0"/>
              <a:t> </a:t>
            </a:r>
            <a:r>
              <a:rPr lang="fr-FR" sz="2400" dirty="0" err="1"/>
              <a:t>tập</a:t>
            </a:r>
            <a:r>
              <a:rPr lang="fr-FR" sz="2400" dirty="0"/>
              <a:t> Train </a:t>
            </a:r>
            <a:r>
              <a:rPr lang="fr-FR" sz="2400" dirty="0" err="1"/>
              <a:t>và</a:t>
            </a:r>
            <a:r>
              <a:rPr lang="fr-FR" sz="2400" dirty="0"/>
              <a:t> Validation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1" y="1673126"/>
            <a:ext cx="3713707" cy="438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200" b="1" dirty="0" err="1"/>
              <a:t>Độ</a:t>
            </a:r>
            <a:r>
              <a:rPr lang="en-US" sz="2200" b="1" dirty="0"/>
              <a:t> </a:t>
            </a:r>
            <a:r>
              <a:rPr lang="en-US" sz="2200" b="1" dirty="0" err="1"/>
              <a:t>lỗi</a:t>
            </a:r>
            <a:r>
              <a:rPr lang="en-US" sz="2200" b="1" dirty="0"/>
              <a:t> (Loss)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1831" y="5482788"/>
            <a:ext cx="10392213" cy="982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vi-VN" dirty="0">
                <a:solidFill>
                  <a:schemeClr val="bg1"/>
                </a:solidFill>
              </a:rPr>
              <a:t>Ở lần train thứ hai độ lỗi của cả hai mô hình đã giảm mạnh so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với lần đầu, model VGG16 giảm gấp 3,6 lần và model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ResNet152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mặc dù đã có độ lỗi rất thấp ngay từ lần </a:t>
            </a:r>
            <a:r>
              <a:rPr lang="en-US" dirty="0" err="1">
                <a:solidFill>
                  <a:schemeClr val="bg1"/>
                </a:solidFill>
              </a:rPr>
              <a:t>huấn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luyện</a:t>
            </a:r>
            <a:r>
              <a:rPr lang="vi-VN" dirty="0">
                <a:solidFill>
                  <a:schemeClr val="bg1"/>
                </a:solidFill>
              </a:rPr>
              <a:t> đầu tiên nhưng vẫn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giảm được thêm gấp </a:t>
            </a:r>
            <a:r>
              <a:rPr lang="en-US" dirty="0">
                <a:solidFill>
                  <a:schemeClr val="bg1"/>
                </a:solidFill>
              </a:rPr>
              <a:t>4,5 </a:t>
            </a:r>
            <a:r>
              <a:rPr lang="en-US" dirty="0" err="1">
                <a:solidFill>
                  <a:schemeClr val="bg1"/>
                </a:solidFill>
              </a:rPr>
              <a:t>lần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tập</a:t>
            </a:r>
            <a:r>
              <a:rPr lang="en-US" dirty="0">
                <a:solidFill>
                  <a:schemeClr val="bg1"/>
                </a:solidFill>
              </a:rPr>
              <a:t> train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vi-VN" dirty="0">
                <a:solidFill>
                  <a:schemeClr val="bg1"/>
                </a:solidFill>
              </a:rPr>
              <a:t>2,7 lần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tập</a:t>
            </a:r>
            <a:r>
              <a:rPr lang="en-US" dirty="0">
                <a:solidFill>
                  <a:schemeClr val="bg1"/>
                </a:solidFill>
              </a:rPr>
              <a:t> validation.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1B9914FB-2D43-7F81-4024-A38B69D1944C}"/>
              </a:ext>
            </a:extLst>
          </p:cNvPr>
          <p:cNvSpPr txBox="1">
            <a:spLocks/>
          </p:cNvSpPr>
          <p:nvPr/>
        </p:nvSpPr>
        <p:spPr>
          <a:xfrm>
            <a:off x="941831" y="2111925"/>
            <a:ext cx="3438145" cy="497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</a:rPr>
              <a:t>Lần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huyến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luyện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thứ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cap="all" dirty="0">
                <a:solidFill>
                  <a:schemeClr val="bg1"/>
                </a:solidFill>
              </a:rPr>
              <a:t>HAI</a:t>
            </a:r>
          </a:p>
        </p:txBody>
      </p:sp>
      <p:pic>
        <p:nvPicPr>
          <p:cNvPr id="11" name="Picture 10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ED46993D-E261-453D-74DB-3AC6342AE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0" y="2606040"/>
            <a:ext cx="4785813" cy="2873062"/>
          </a:xfrm>
          <a:prstGeom prst="rect">
            <a:avLst/>
          </a:prstGeom>
        </p:spPr>
      </p:pic>
      <p:pic>
        <p:nvPicPr>
          <p:cNvPr id="15" name="Picture 14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2C217C79-FF06-AD49-EEE6-E50CC73F6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693" y="2606040"/>
            <a:ext cx="4714971" cy="287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77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86173"/>
            <a:ext cx="10515600" cy="676656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1" y="1106424"/>
            <a:ext cx="2348145" cy="485310"/>
          </a:xfrm>
        </p:spPr>
        <p:txBody>
          <a:bodyPr>
            <a:normAutofit/>
          </a:bodyPr>
          <a:lstStyle/>
          <a:p>
            <a:r>
              <a:rPr lang="fr-FR" sz="2400" dirty="0" err="1"/>
              <a:t>Trên</a:t>
            </a:r>
            <a:r>
              <a:rPr lang="fr-FR" sz="2400" dirty="0"/>
              <a:t> </a:t>
            </a:r>
            <a:r>
              <a:rPr lang="fr-FR" sz="2400" dirty="0" err="1"/>
              <a:t>tập</a:t>
            </a:r>
            <a:r>
              <a:rPr lang="fr-FR" sz="2400" dirty="0"/>
              <a:t> test</a:t>
            </a:r>
            <a:endParaRPr lang="en-US" sz="24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0D02-BD78-856B-08E2-820032AC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5" name="Picture 1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E26014B-9441-6AD3-A52C-832EAA9F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46423"/>
            <a:ext cx="4987202" cy="3173619"/>
          </a:xfrm>
          <a:prstGeom prst="rect">
            <a:avLst/>
          </a:prstGeom>
        </p:spPr>
      </p:pic>
      <p:pic>
        <p:nvPicPr>
          <p:cNvPr id="19" name="Picture 18" descr="A picture containing text, screenshot, menu, font&#10;&#10;Description automatically generated">
            <a:extLst>
              <a:ext uri="{FF2B5EF4-FFF2-40B4-BE49-F238E27FC236}">
                <a16:creationId xmlns:a16="http://schemas.microsoft.com/office/drawing/2014/main" id="{71785A3F-3AE8-A1FB-6416-7D00E806C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264" y="1846424"/>
            <a:ext cx="4987202" cy="3173618"/>
          </a:xfrm>
          <a:prstGeom prst="rect">
            <a:avLst/>
          </a:prstGeom>
        </p:spPr>
      </p:pic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4D129A39-212B-E29B-D097-1700CBF0F796}"/>
              </a:ext>
            </a:extLst>
          </p:cNvPr>
          <p:cNvSpPr txBox="1">
            <a:spLocks/>
          </p:cNvSpPr>
          <p:nvPr/>
        </p:nvSpPr>
        <p:spPr>
          <a:xfrm>
            <a:off x="859536" y="5020042"/>
            <a:ext cx="10735732" cy="1444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F1-score </a:t>
            </a:r>
            <a:r>
              <a:rPr lang="en-US" dirty="0" err="1"/>
              <a:t>của</a:t>
            </a:r>
            <a:r>
              <a:rPr lang="en-US" dirty="0"/>
              <a:t> model ResNet152 </a:t>
            </a:r>
            <a:r>
              <a:rPr lang="en-US" dirty="0" err="1"/>
              <a:t>luôn</a:t>
            </a:r>
            <a:r>
              <a:rPr lang="en-US" dirty="0"/>
              <a:t> &gt;= VGG16.</a:t>
            </a:r>
          </a:p>
          <a:p>
            <a:pPr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Accuracy, Macro avg </a:t>
            </a:r>
            <a:r>
              <a:rPr lang="en-US" dirty="0" err="1"/>
              <a:t>và</a:t>
            </a:r>
            <a:r>
              <a:rPr lang="en-US" dirty="0"/>
              <a:t> Weighted avg </a:t>
            </a:r>
            <a:r>
              <a:rPr lang="en-US" dirty="0" err="1"/>
              <a:t>của</a:t>
            </a:r>
            <a:r>
              <a:rPr lang="en-US" dirty="0"/>
              <a:t> ResNet152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 VGG16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model ResNet152 v</a:t>
            </a:r>
            <a:r>
              <a:rPr lang="vi-VN" dirty="0"/>
              <a:t>ượt</a:t>
            </a:r>
            <a:r>
              <a:rPr lang="en-US" dirty="0"/>
              <a:t> </a:t>
            </a:r>
            <a:r>
              <a:rPr lang="en-US" dirty="0" err="1"/>
              <a:t>trội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 model VGG16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b="1" dirty="0" err="1">
                <a:solidFill>
                  <a:schemeClr val="bg1"/>
                </a:solidFill>
              </a:rPr>
              <a:t>Tuy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nhiên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thì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cả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hai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mô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hình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đều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đã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cho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ra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những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kết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quả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thực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nghiệm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rất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cao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trên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tập</a:t>
            </a:r>
            <a:r>
              <a:rPr lang="en-US" sz="2000" b="1" dirty="0">
                <a:solidFill>
                  <a:schemeClr val="bg1"/>
                </a:solidFill>
              </a:rPr>
              <a:t> test.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363DD1-FDD7-4FD0-7BCA-4629FA05180B}"/>
              </a:ext>
            </a:extLst>
          </p:cNvPr>
          <p:cNvSpPr txBox="1">
            <a:spLocks/>
          </p:cNvSpPr>
          <p:nvPr/>
        </p:nvSpPr>
        <p:spPr>
          <a:xfrm>
            <a:off x="2924216" y="1475823"/>
            <a:ext cx="987552" cy="402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 cap="all" baseline="0">
                <a:solidFill>
                  <a:schemeClr val="accent1"/>
                </a:solidFill>
                <a:latin typeface="Gill Sans Nova" panose="020B060202010402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VGG16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65A0C45-E315-CEDB-BA46-09BD70EDA366}"/>
              </a:ext>
            </a:extLst>
          </p:cNvPr>
          <p:cNvSpPr txBox="1">
            <a:spLocks/>
          </p:cNvSpPr>
          <p:nvPr/>
        </p:nvSpPr>
        <p:spPr>
          <a:xfrm>
            <a:off x="8114002" y="1444087"/>
            <a:ext cx="1475457" cy="4023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 cap="all" baseline="0">
                <a:solidFill>
                  <a:schemeClr val="accent1"/>
                </a:solidFill>
                <a:latin typeface="Gill Sans Nova" panose="020B060202010402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RESNET152</a:t>
            </a:r>
          </a:p>
        </p:txBody>
      </p:sp>
    </p:spTree>
    <p:extLst>
      <p:ext uri="{BB962C8B-B14F-4D97-AF65-F5344CB8AC3E}">
        <p14:creationId xmlns:p14="http://schemas.microsoft.com/office/powerpoint/2010/main" val="718193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97A5-63AE-CFF2-701C-13C0448C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18</a:t>
            </a:fld>
            <a:endParaRPr lang="en-US" dirty="0"/>
          </a:p>
        </p:txBody>
      </p:sp>
      <p:sp>
        <p:nvSpPr>
          <p:cNvPr id="18" name="Title 25">
            <a:extLst>
              <a:ext uri="{FF2B5EF4-FFF2-40B4-BE49-F238E27FC236}">
                <a16:creationId xmlns:a16="http://schemas.microsoft.com/office/drawing/2014/main" id="{EDCF80EF-AC38-A369-4147-C7FA350883DE}"/>
              </a:ext>
            </a:extLst>
          </p:cNvPr>
          <p:cNvSpPr txBox="1">
            <a:spLocks/>
          </p:cNvSpPr>
          <p:nvPr/>
        </p:nvSpPr>
        <p:spPr>
          <a:xfrm>
            <a:off x="598648" y="320265"/>
            <a:ext cx="7303573" cy="11472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Demo </a:t>
            </a:r>
            <a:r>
              <a:rPr lang="en-US" sz="4800" dirty="0" err="1">
                <a:solidFill>
                  <a:schemeClr val="tx1"/>
                </a:solidFill>
              </a:rPr>
              <a:t>thử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và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kết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luận</a:t>
            </a:r>
            <a:endParaRPr lang="en-US" sz="4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</a:rPr>
              <a:t>Demo</a:t>
            </a:r>
          </a:p>
        </p:txBody>
      </p:sp>
      <p:pic>
        <p:nvPicPr>
          <p:cNvPr id="19" name="Picture 18" descr="A picture containing text, vegetable&#10;&#10;Description automatically generated">
            <a:extLst>
              <a:ext uri="{FF2B5EF4-FFF2-40B4-BE49-F238E27FC236}">
                <a16:creationId xmlns:a16="http://schemas.microsoft.com/office/drawing/2014/main" id="{B60EEEAC-041B-4EC2-397F-9B336984C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84" y="1464411"/>
            <a:ext cx="4247619" cy="4819048"/>
          </a:xfrm>
          <a:prstGeom prst="rect">
            <a:avLst/>
          </a:prstGeom>
        </p:spPr>
      </p:pic>
      <p:pic>
        <p:nvPicPr>
          <p:cNvPr id="20" name="Picture 19" descr="A close up of a plant&#10;&#10;Description automatically generated with medium confidence">
            <a:extLst>
              <a:ext uri="{FF2B5EF4-FFF2-40B4-BE49-F238E27FC236}">
                <a16:creationId xmlns:a16="http://schemas.microsoft.com/office/drawing/2014/main" id="{4EC1125B-85A8-F5C0-D79D-3C242E73A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34" y="1464410"/>
            <a:ext cx="4247618" cy="4819049"/>
          </a:xfrm>
          <a:prstGeom prst="rect">
            <a:avLst/>
          </a:prstGeom>
        </p:spPr>
      </p:pic>
      <p:sp>
        <p:nvSpPr>
          <p:cNvPr id="21" name="Title 25">
            <a:extLst>
              <a:ext uri="{FF2B5EF4-FFF2-40B4-BE49-F238E27FC236}">
                <a16:creationId xmlns:a16="http://schemas.microsoft.com/office/drawing/2014/main" id="{524B59FB-1F51-9E98-B4E6-68F601DAE1F2}"/>
              </a:ext>
            </a:extLst>
          </p:cNvPr>
          <p:cNvSpPr txBox="1">
            <a:spLocks/>
          </p:cNvSpPr>
          <p:nvPr/>
        </p:nvSpPr>
        <p:spPr>
          <a:xfrm>
            <a:off x="598648" y="3624866"/>
            <a:ext cx="1417089" cy="501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VGG16</a:t>
            </a:r>
          </a:p>
        </p:txBody>
      </p:sp>
    </p:spTree>
    <p:extLst>
      <p:ext uri="{BB962C8B-B14F-4D97-AF65-F5344CB8AC3E}">
        <p14:creationId xmlns:p14="http://schemas.microsoft.com/office/powerpoint/2010/main" val="1684019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97A5-63AE-CFF2-701C-13C0448C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19</a:t>
            </a:fld>
            <a:endParaRPr lang="en-US" dirty="0"/>
          </a:p>
        </p:txBody>
      </p:sp>
      <p:sp>
        <p:nvSpPr>
          <p:cNvPr id="2" name="Title 25">
            <a:extLst>
              <a:ext uri="{FF2B5EF4-FFF2-40B4-BE49-F238E27FC236}">
                <a16:creationId xmlns:a16="http://schemas.microsoft.com/office/drawing/2014/main" id="{90FC3A2F-62D7-D205-E253-6594CB81D1E8}"/>
              </a:ext>
            </a:extLst>
          </p:cNvPr>
          <p:cNvSpPr txBox="1">
            <a:spLocks/>
          </p:cNvSpPr>
          <p:nvPr/>
        </p:nvSpPr>
        <p:spPr>
          <a:xfrm>
            <a:off x="598648" y="320265"/>
            <a:ext cx="7303573" cy="11472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Demo </a:t>
            </a:r>
            <a:r>
              <a:rPr lang="en-US" sz="4800" dirty="0" err="1">
                <a:solidFill>
                  <a:schemeClr val="tx1"/>
                </a:solidFill>
              </a:rPr>
              <a:t>thử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và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kết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luận</a:t>
            </a:r>
            <a:endParaRPr lang="en-US" sz="4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tx1"/>
                </a:solidFill>
              </a:rPr>
              <a:t>Demo</a:t>
            </a:r>
          </a:p>
        </p:txBody>
      </p:sp>
      <p:sp>
        <p:nvSpPr>
          <p:cNvPr id="3" name="Title 25">
            <a:extLst>
              <a:ext uri="{FF2B5EF4-FFF2-40B4-BE49-F238E27FC236}">
                <a16:creationId xmlns:a16="http://schemas.microsoft.com/office/drawing/2014/main" id="{7D50A5DA-1F32-D79C-CA2B-2630C3C5EC9C}"/>
              </a:ext>
            </a:extLst>
          </p:cNvPr>
          <p:cNvSpPr txBox="1">
            <a:spLocks/>
          </p:cNvSpPr>
          <p:nvPr/>
        </p:nvSpPr>
        <p:spPr>
          <a:xfrm>
            <a:off x="238899" y="3624866"/>
            <a:ext cx="2212285" cy="501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/>
                </a:solidFill>
              </a:rPr>
              <a:t>RESNET152</a:t>
            </a:r>
          </a:p>
        </p:txBody>
      </p:sp>
      <p:pic>
        <p:nvPicPr>
          <p:cNvPr id="4" name="Picture 3" descr="A picture containing text, vegetable, screenshot&#10;&#10;Description automatically generated">
            <a:extLst>
              <a:ext uri="{FF2B5EF4-FFF2-40B4-BE49-F238E27FC236}">
                <a16:creationId xmlns:a16="http://schemas.microsoft.com/office/drawing/2014/main" id="{AE820540-8AD3-6600-1E0C-55705E93A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84" y="1464411"/>
            <a:ext cx="4247619" cy="4819048"/>
          </a:xfrm>
          <a:prstGeom prst="rect">
            <a:avLst/>
          </a:prstGeom>
        </p:spPr>
      </p:pic>
      <p:pic>
        <p:nvPicPr>
          <p:cNvPr id="5" name="Picture 4" descr="A close up of a plant&#10;&#10;Description automatically generated with medium confidence">
            <a:extLst>
              <a:ext uri="{FF2B5EF4-FFF2-40B4-BE49-F238E27FC236}">
                <a16:creationId xmlns:a16="http://schemas.microsoft.com/office/drawing/2014/main" id="{E2FB2E6E-043D-03FC-544E-CAFAA586D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732" y="1464412"/>
            <a:ext cx="4247619" cy="4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5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DE49E-7CC1-6704-5852-FAE992A0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340240"/>
          </a:xfrm>
        </p:spPr>
        <p:txBody>
          <a:bodyPr>
            <a:normAutofit/>
          </a:bodyPr>
          <a:lstStyle/>
          <a:p>
            <a:pPr algn="just"/>
            <a:r>
              <a:rPr lang="vi-VN" dirty="0"/>
              <a:t>.Trong tương lai có thể đồ án sẽ sử dụng đến các</a:t>
            </a:r>
            <a:r>
              <a:rPr lang="en-US" dirty="0"/>
              <a:t> </a:t>
            </a:r>
            <a:r>
              <a:rPr lang="vi-VN" dirty="0"/>
              <a:t>mô hình</a:t>
            </a:r>
            <a:r>
              <a:rPr lang="en-US" dirty="0"/>
              <a:t> </a:t>
            </a:r>
            <a:r>
              <a:rPr lang="vi-VN" dirty="0"/>
              <a:t>có số lớp mạng sâu hơn và dataset lớn</a:t>
            </a:r>
            <a:r>
              <a:rPr lang="en-US" dirty="0"/>
              <a:t> </a:t>
            </a:r>
            <a:r>
              <a:rPr lang="vi-VN" dirty="0"/>
              <a:t>hơn để mở rộng hơn</a:t>
            </a:r>
            <a:r>
              <a:rPr lang="en-US" dirty="0"/>
              <a:t> </a:t>
            </a:r>
            <a:r>
              <a:rPr lang="vi-VN" dirty="0"/>
              <a:t>nữa phạm vi nhận diện của bài 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bệnh</a:t>
            </a:r>
            <a:r>
              <a:rPr lang="en-US" dirty="0"/>
              <a:t> ở </a:t>
            </a:r>
            <a:r>
              <a:rPr lang="en-US" dirty="0" err="1"/>
              <a:t>lá</a:t>
            </a:r>
            <a:r>
              <a:rPr lang="en-US" dirty="0"/>
              <a:t> </a:t>
            </a:r>
            <a:r>
              <a:rPr lang="en-US" dirty="0" err="1"/>
              <a:t>cà</a:t>
            </a:r>
            <a:r>
              <a:rPr lang="en-US" dirty="0"/>
              <a:t> </a:t>
            </a:r>
            <a:r>
              <a:rPr lang="en-US" dirty="0" err="1"/>
              <a:t>chua</a:t>
            </a:r>
            <a:r>
              <a:rPr lang="vi-VN" dirty="0"/>
              <a:t>.</a:t>
            </a:r>
            <a:endParaRPr lang="en-US" dirty="0"/>
          </a:p>
        </p:txBody>
      </p:sp>
      <p:pic>
        <p:nvPicPr>
          <p:cNvPr id="8" name="Picture Placeholder 7" descr="Person harvesting lettuce from a garden">
            <a:extLst>
              <a:ext uri="{FF2B5EF4-FFF2-40B4-BE49-F238E27FC236}">
                <a16:creationId xmlns:a16="http://schemas.microsoft.com/office/drawing/2014/main" id="{71DAFD00-5660-EAA6-4DE3-83F373055A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2" r="32"/>
          <a:stretch>
            <a:fillRect/>
          </a:stretch>
        </p:blipFill>
        <p:spPr>
          <a:xfrm>
            <a:off x="6646264" y="-33867"/>
            <a:ext cx="5545736" cy="606309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97A5-63AE-CFF2-701C-13C0448C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20</a:t>
            </a:fld>
            <a:endParaRPr lang="en-US" dirty="0"/>
          </a:p>
        </p:txBody>
      </p:sp>
      <p:sp>
        <p:nvSpPr>
          <p:cNvPr id="10" name="Title 25">
            <a:extLst>
              <a:ext uri="{FF2B5EF4-FFF2-40B4-BE49-F238E27FC236}">
                <a16:creationId xmlns:a16="http://schemas.microsoft.com/office/drawing/2014/main" id="{3101B36C-3606-3459-B1ED-5EE41A533CA5}"/>
              </a:ext>
            </a:extLst>
          </p:cNvPr>
          <p:cNvSpPr txBox="1">
            <a:spLocks/>
          </p:cNvSpPr>
          <p:nvPr/>
        </p:nvSpPr>
        <p:spPr>
          <a:xfrm>
            <a:off x="598648" y="320265"/>
            <a:ext cx="6197263" cy="11472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1"/>
                </a:solidFill>
              </a:rPr>
              <a:t>Demo </a:t>
            </a:r>
            <a:r>
              <a:rPr lang="en-US" sz="4800" dirty="0" err="1">
                <a:solidFill>
                  <a:schemeClr val="tx1"/>
                </a:solidFill>
              </a:rPr>
              <a:t>thử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và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kết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sz="4800" dirty="0" err="1">
                <a:solidFill>
                  <a:schemeClr val="tx1"/>
                </a:solidFill>
              </a:rPr>
              <a:t>luận</a:t>
            </a:r>
            <a:endParaRPr lang="en-US" sz="4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err="1">
                <a:solidFill>
                  <a:schemeClr val="tx1"/>
                </a:solidFill>
              </a:rPr>
              <a:t>Kết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luận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206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s_Organic_Presentation_Win32_SW_v10.potx" id="{6F7A4518-677F-49D0-AD76-8F0F7DEFB1E5}" vid="{F577DF72-62B0-42B0-B34E-786789A797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{8D223A76-D26A-48F5-B94F-D35A3C49B294}tf11964407_win32</Template>
  <TotalTime>2268</TotalTime>
  <Words>1468</Words>
  <Application>Microsoft Office PowerPoint</Application>
  <PresentationFormat>Widescreen</PresentationFormat>
  <Paragraphs>167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Gill Sans Nova</vt:lpstr>
      <vt:lpstr>Gill Sans Nova Light</vt:lpstr>
      <vt:lpstr>Sagona Book</vt:lpstr>
      <vt:lpstr>Wingdings</vt:lpstr>
      <vt:lpstr>Office Theme</vt:lpstr>
      <vt:lpstr>Báo cáo cuối kì  CS331-Thị giác máy tính nâng cao  Đề tài: Sử dụng mạng học sâu để nhận biết bệnh ở lá cà chua</vt:lpstr>
      <vt:lpstr>Nội dung</vt:lpstr>
      <vt:lpstr>Giới thiệu</vt:lpstr>
      <vt:lpstr>Giới thiệu</vt:lpstr>
      <vt:lpstr>PowerPoint Presentation</vt:lpstr>
      <vt:lpstr>VGG16</vt:lpstr>
      <vt:lpstr>resnet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quả và đánh giá</vt:lpstr>
      <vt:lpstr>Kết quả và đánh giá</vt:lpstr>
      <vt:lpstr>Kết quả và đánh giá</vt:lpstr>
      <vt:lpstr>Kết quả và đánh giá</vt:lpstr>
      <vt:lpstr>Kết quả và đánh giá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cuối kì  CS331-Thị giác máy tính nâng cao  Đề tài: Sử dụng mạng học sâu để nhận biết bệnh ở cây cà chua</dc:title>
  <dc:creator>Quách Minh Triết</dc:creator>
  <cp:lastModifiedBy>Quách Minh Triết</cp:lastModifiedBy>
  <cp:revision>1</cp:revision>
  <dcterms:created xsi:type="dcterms:W3CDTF">2023-05-18T13:44:59Z</dcterms:created>
  <dcterms:modified xsi:type="dcterms:W3CDTF">2023-06-16T01:52:44Z</dcterms:modified>
</cp:coreProperties>
</file>